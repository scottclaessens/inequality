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7740650" cy="64801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41" userDrawn="1">
          <p15:clr>
            <a:srgbClr val="A4A3A4"/>
          </p15:clr>
        </p15:guide>
        <p15:guide id="2" pos="24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2F2"/>
    <a:srgbClr val="BFBFBF"/>
    <a:srgbClr val="C1E5F5"/>
    <a:srgbClr val="156082"/>
    <a:srgbClr val="FBE3D6"/>
    <a:srgbClr val="FF0000"/>
    <a:srgbClr val="CDFFD6"/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574"/>
    <p:restoredTop sz="94630"/>
  </p:normalViewPr>
  <p:slideViewPr>
    <p:cSldViewPr snapToGrid="0">
      <p:cViewPr>
        <p:scale>
          <a:sx n="232" d="100"/>
          <a:sy n="232" d="100"/>
        </p:scale>
        <p:origin x="368" y="-3728"/>
      </p:cViewPr>
      <p:guideLst>
        <p:guide orient="horz" pos="2041"/>
        <p:guide pos="243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80023" cy="180023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0549" y="1060529"/>
            <a:ext cx="6579553" cy="2256061"/>
          </a:xfrm>
        </p:spPr>
        <p:txBody>
          <a:bodyPr anchor="b"/>
          <a:lstStyle>
            <a:lvl1pPr algn="ctr">
              <a:defRPr sz="507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7581" y="3403592"/>
            <a:ext cx="5805488" cy="1564542"/>
          </a:xfrm>
        </p:spPr>
        <p:txBody>
          <a:bodyPr/>
          <a:lstStyle>
            <a:lvl1pPr marL="0" indent="0" algn="ctr">
              <a:buNone/>
              <a:defRPr sz="2032"/>
            </a:lvl1pPr>
            <a:lvl2pPr marL="387020" indent="0" algn="ctr">
              <a:buNone/>
              <a:defRPr sz="1693"/>
            </a:lvl2pPr>
            <a:lvl3pPr marL="774040" indent="0" algn="ctr">
              <a:buNone/>
              <a:defRPr sz="1524"/>
            </a:lvl3pPr>
            <a:lvl4pPr marL="1161059" indent="0" algn="ctr">
              <a:buNone/>
              <a:defRPr sz="1354"/>
            </a:lvl4pPr>
            <a:lvl5pPr marL="1548079" indent="0" algn="ctr">
              <a:buNone/>
              <a:defRPr sz="1354"/>
            </a:lvl5pPr>
            <a:lvl6pPr marL="1935099" indent="0" algn="ctr">
              <a:buNone/>
              <a:defRPr sz="1354"/>
            </a:lvl6pPr>
            <a:lvl7pPr marL="2322119" indent="0" algn="ctr">
              <a:buNone/>
              <a:defRPr sz="1354"/>
            </a:lvl7pPr>
            <a:lvl8pPr marL="2709139" indent="0" algn="ctr">
              <a:buNone/>
              <a:defRPr sz="1354"/>
            </a:lvl8pPr>
            <a:lvl9pPr marL="3096158" indent="0" algn="ctr">
              <a:buNone/>
              <a:defRPr sz="1354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29664-E51F-9D43-AC1D-89266E3D84E7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04161-C89A-064D-A5B8-F86A2B37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459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29664-E51F-9D43-AC1D-89266E3D84E7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04161-C89A-064D-A5B8-F86A2B37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087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8138" y="1615546"/>
            <a:ext cx="6676311" cy="2695572"/>
          </a:xfrm>
        </p:spPr>
        <p:txBody>
          <a:bodyPr anchor="b"/>
          <a:lstStyle>
            <a:lvl1pPr>
              <a:defRPr sz="507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8138" y="4336619"/>
            <a:ext cx="6676311" cy="1417538"/>
          </a:xfrm>
        </p:spPr>
        <p:txBody>
          <a:bodyPr/>
          <a:lstStyle>
            <a:lvl1pPr marL="0" indent="0">
              <a:buNone/>
              <a:defRPr sz="2032">
                <a:solidFill>
                  <a:schemeClr val="tx1">
                    <a:tint val="82000"/>
                  </a:schemeClr>
                </a:solidFill>
              </a:defRPr>
            </a:lvl1pPr>
            <a:lvl2pPr marL="387020" indent="0">
              <a:buNone/>
              <a:defRPr sz="1693">
                <a:solidFill>
                  <a:schemeClr val="tx1">
                    <a:tint val="82000"/>
                  </a:schemeClr>
                </a:solidFill>
              </a:defRPr>
            </a:lvl2pPr>
            <a:lvl3pPr marL="774040" indent="0">
              <a:buNone/>
              <a:defRPr sz="1524">
                <a:solidFill>
                  <a:schemeClr val="tx1">
                    <a:tint val="82000"/>
                  </a:schemeClr>
                </a:solidFill>
              </a:defRPr>
            </a:lvl3pPr>
            <a:lvl4pPr marL="1161059" indent="0">
              <a:buNone/>
              <a:defRPr sz="1354">
                <a:solidFill>
                  <a:schemeClr val="tx1">
                    <a:tint val="82000"/>
                  </a:schemeClr>
                </a:solidFill>
              </a:defRPr>
            </a:lvl4pPr>
            <a:lvl5pPr marL="1548079" indent="0">
              <a:buNone/>
              <a:defRPr sz="1354">
                <a:solidFill>
                  <a:schemeClr val="tx1">
                    <a:tint val="82000"/>
                  </a:schemeClr>
                </a:solidFill>
              </a:defRPr>
            </a:lvl5pPr>
            <a:lvl6pPr marL="1935099" indent="0">
              <a:buNone/>
              <a:defRPr sz="1354">
                <a:solidFill>
                  <a:schemeClr val="tx1">
                    <a:tint val="82000"/>
                  </a:schemeClr>
                </a:solidFill>
              </a:defRPr>
            </a:lvl6pPr>
            <a:lvl7pPr marL="2322119" indent="0">
              <a:buNone/>
              <a:defRPr sz="1354">
                <a:solidFill>
                  <a:schemeClr val="tx1">
                    <a:tint val="82000"/>
                  </a:schemeClr>
                </a:solidFill>
              </a:defRPr>
            </a:lvl7pPr>
            <a:lvl8pPr marL="2709139" indent="0">
              <a:buNone/>
              <a:defRPr sz="1354">
                <a:solidFill>
                  <a:schemeClr val="tx1">
                    <a:tint val="82000"/>
                  </a:schemeClr>
                </a:solidFill>
              </a:defRPr>
            </a:lvl8pPr>
            <a:lvl9pPr marL="3096158" indent="0">
              <a:buNone/>
              <a:defRPr sz="1354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29664-E51F-9D43-AC1D-89266E3D84E7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04161-C89A-064D-A5B8-F86A2B37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482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2170" y="1725046"/>
            <a:ext cx="3289776" cy="41116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18704" y="1725046"/>
            <a:ext cx="3289776" cy="41116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29664-E51F-9D43-AC1D-89266E3D84E7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04161-C89A-064D-A5B8-F86A2B37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872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178" y="345011"/>
            <a:ext cx="6676311" cy="125253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179" y="1588543"/>
            <a:ext cx="3274657" cy="778521"/>
          </a:xfrm>
        </p:spPr>
        <p:txBody>
          <a:bodyPr anchor="b"/>
          <a:lstStyle>
            <a:lvl1pPr marL="0" indent="0">
              <a:buNone/>
              <a:defRPr sz="2032" b="1"/>
            </a:lvl1pPr>
            <a:lvl2pPr marL="387020" indent="0">
              <a:buNone/>
              <a:defRPr sz="1693" b="1"/>
            </a:lvl2pPr>
            <a:lvl3pPr marL="774040" indent="0">
              <a:buNone/>
              <a:defRPr sz="1524" b="1"/>
            </a:lvl3pPr>
            <a:lvl4pPr marL="1161059" indent="0">
              <a:buNone/>
              <a:defRPr sz="1354" b="1"/>
            </a:lvl4pPr>
            <a:lvl5pPr marL="1548079" indent="0">
              <a:buNone/>
              <a:defRPr sz="1354" b="1"/>
            </a:lvl5pPr>
            <a:lvl6pPr marL="1935099" indent="0">
              <a:buNone/>
              <a:defRPr sz="1354" b="1"/>
            </a:lvl6pPr>
            <a:lvl7pPr marL="2322119" indent="0">
              <a:buNone/>
              <a:defRPr sz="1354" b="1"/>
            </a:lvl7pPr>
            <a:lvl8pPr marL="2709139" indent="0">
              <a:buNone/>
              <a:defRPr sz="1354" b="1"/>
            </a:lvl8pPr>
            <a:lvl9pPr marL="3096158" indent="0">
              <a:buNone/>
              <a:defRPr sz="135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179" y="2367064"/>
            <a:ext cx="3274657" cy="348159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18705" y="1588543"/>
            <a:ext cx="3290784" cy="778521"/>
          </a:xfrm>
        </p:spPr>
        <p:txBody>
          <a:bodyPr anchor="b"/>
          <a:lstStyle>
            <a:lvl1pPr marL="0" indent="0">
              <a:buNone/>
              <a:defRPr sz="2032" b="1"/>
            </a:lvl1pPr>
            <a:lvl2pPr marL="387020" indent="0">
              <a:buNone/>
              <a:defRPr sz="1693" b="1"/>
            </a:lvl2pPr>
            <a:lvl3pPr marL="774040" indent="0">
              <a:buNone/>
              <a:defRPr sz="1524" b="1"/>
            </a:lvl3pPr>
            <a:lvl4pPr marL="1161059" indent="0">
              <a:buNone/>
              <a:defRPr sz="1354" b="1"/>
            </a:lvl4pPr>
            <a:lvl5pPr marL="1548079" indent="0">
              <a:buNone/>
              <a:defRPr sz="1354" b="1"/>
            </a:lvl5pPr>
            <a:lvl6pPr marL="1935099" indent="0">
              <a:buNone/>
              <a:defRPr sz="1354" b="1"/>
            </a:lvl6pPr>
            <a:lvl7pPr marL="2322119" indent="0">
              <a:buNone/>
              <a:defRPr sz="1354" b="1"/>
            </a:lvl7pPr>
            <a:lvl8pPr marL="2709139" indent="0">
              <a:buNone/>
              <a:defRPr sz="1354" b="1"/>
            </a:lvl8pPr>
            <a:lvl9pPr marL="3096158" indent="0">
              <a:buNone/>
              <a:defRPr sz="1354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18705" y="2367064"/>
            <a:ext cx="3290784" cy="348159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29664-E51F-9D43-AC1D-89266E3D84E7}" type="datetimeFigureOut">
              <a:rPr lang="en-US" smtClean="0"/>
              <a:t>9/22/26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04161-C89A-064D-A5B8-F86A2B37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740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29664-E51F-9D43-AC1D-89266E3D84E7}" type="datetimeFigureOut">
              <a:rPr lang="en-US" smtClean="0"/>
              <a:t>9/22/26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04161-C89A-064D-A5B8-F86A2B37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092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29664-E51F-9D43-AC1D-89266E3D84E7}" type="datetimeFigureOut">
              <a:rPr lang="en-US" smtClean="0"/>
              <a:t>9/22/26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04161-C89A-064D-A5B8-F86A2B37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700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178" y="432012"/>
            <a:ext cx="2496561" cy="1512041"/>
          </a:xfrm>
        </p:spPr>
        <p:txBody>
          <a:bodyPr anchor="b"/>
          <a:lstStyle>
            <a:lvl1pPr>
              <a:defRPr sz="270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90784" y="933027"/>
            <a:ext cx="3918704" cy="4605124"/>
          </a:xfrm>
        </p:spPr>
        <p:txBody>
          <a:bodyPr/>
          <a:lstStyle>
            <a:lvl1pPr>
              <a:defRPr sz="2709"/>
            </a:lvl1pPr>
            <a:lvl2pPr>
              <a:defRPr sz="2370"/>
            </a:lvl2pPr>
            <a:lvl3pPr>
              <a:defRPr sz="2032"/>
            </a:lvl3pPr>
            <a:lvl4pPr>
              <a:defRPr sz="1693"/>
            </a:lvl4pPr>
            <a:lvl5pPr>
              <a:defRPr sz="1693"/>
            </a:lvl5pPr>
            <a:lvl6pPr>
              <a:defRPr sz="1693"/>
            </a:lvl6pPr>
            <a:lvl7pPr>
              <a:defRPr sz="1693"/>
            </a:lvl7pPr>
            <a:lvl8pPr>
              <a:defRPr sz="1693"/>
            </a:lvl8pPr>
            <a:lvl9pPr>
              <a:defRPr sz="1693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178" y="1944052"/>
            <a:ext cx="2496561" cy="3601598"/>
          </a:xfrm>
        </p:spPr>
        <p:txBody>
          <a:bodyPr/>
          <a:lstStyle>
            <a:lvl1pPr marL="0" indent="0">
              <a:buNone/>
              <a:defRPr sz="1354"/>
            </a:lvl1pPr>
            <a:lvl2pPr marL="387020" indent="0">
              <a:buNone/>
              <a:defRPr sz="1185"/>
            </a:lvl2pPr>
            <a:lvl3pPr marL="774040" indent="0">
              <a:buNone/>
              <a:defRPr sz="1016"/>
            </a:lvl3pPr>
            <a:lvl4pPr marL="1161059" indent="0">
              <a:buNone/>
              <a:defRPr sz="847"/>
            </a:lvl4pPr>
            <a:lvl5pPr marL="1548079" indent="0">
              <a:buNone/>
              <a:defRPr sz="847"/>
            </a:lvl5pPr>
            <a:lvl6pPr marL="1935099" indent="0">
              <a:buNone/>
              <a:defRPr sz="847"/>
            </a:lvl6pPr>
            <a:lvl7pPr marL="2322119" indent="0">
              <a:buNone/>
              <a:defRPr sz="847"/>
            </a:lvl7pPr>
            <a:lvl8pPr marL="2709139" indent="0">
              <a:buNone/>
              <a:defRPr sz="847"/>
            </a:lvl8pPr>
            <a:lvl9pPr marL="3096158" indent="0">
              <a:buNone/>
              <a:defRPr sz="84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29664-E51F-9D43-AC1D-89266E3D84E7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04161-C89A-064D-A5B8-F86A2B37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36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178" y="432012"/>
            <a:ext cx="2496561" cy="1512041"/>
          </a:xfrm>
        </p:spPr>
        <p:txBody>
          <a:bodyPr anchor="b"/>
          <a:lstStyle>
            <a:lvl1pPr>
              <a:defRPr sz="270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90784" y="933027"/>
            <a:ext cx="3918704" cy="4605124"/>
          </a:xfrm>
        </p:spPr>
        <p:txBody>
          <a:bodyPr anchor="t"/>
          <a:lstStyle>
            <a:lvl1pPr marL="0" indent="0">
              <a:buNone/>
              <a:defRPr sz="2709"/>
            </a:lvl1pPr>
            <a:lvl2pPr marL="387020" indent="0">
              <a:buNone/>
              <a:defRPr sz="2370"/>
            </a:lvl2pPr>
            <a:lvl3pPr marL="774040" indent="0">
              <a:buNone/>
              <a:defRPr sz="2032"/>
            </a:lvl3pPr>
            <a:lvl4pPr marL="1161059" indent="0">
              <a:buNone/>
              <a:defRPr sz="1693"/>
            </a:lvl4pPr>
            <a:lvl5pPr marL="1548079" indent="0">
              <a:buNone/>
              <a:defRPr sz="1693"/>
            </a:lvl5pPr>
            <a:lvl6pPr marL="1935099" indent="0">
              <a:buNone/>
              <a:defRPr sz="1693"/>
            </a:lvl6pPr>
            <a:lvl7pPr marL="2322119" indent="0">
              <a:buNone/>
              <a:defRPr sz="1693"/>
            </a:lvl7pPr>
            <a:lvl8pPr marL="2709139" indent="0">
              <a:buNone/>
              <a:defRPr sz="1693"/>
            </a:lvl8pPr>
            <a:lvl9pPr marL="3096158" indent="0">
              <a:buNone/>
              <a:defRPr sz="1693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178" y="1944052"/>
            <a:ext cx="2496561" cy="3601598"/>
          </a:xfrm>
        </p:spPr>
        <p:txBody>
          <a:bodyPr/>
          <a:lstStyle>
            <a:lvl1pPr marL="0" indent="0">
              <a:buNone/>
              <a:defRPr sz="1354"/>
            </a:lvl1pPr>
            <a:lvl2pPr marL="387020" indent="0">
              <a:buNone/>
              <a:defRPr sz="1185"/>
            </a:lvl2pPr>
            <a:lvl3pPr marL="774040" indent="0">
              <a:buNone/>
              <a:defRPr sz="1016"/>
            </a:lvl3pPr>
            <a:lvl4pPr marL="1161059" indent="0">
              <a:buNone/>
              <a:defRPr sz="847"/>
            </a:lvl4pPr>
            <a:lvl5pPr marL="1548079" indent="0">
              <a:buNone/>
              <a:defRPr sz="847"/>
            </a:lvl5pPr>
            <a:lvl6pPr marL="1935099" indent="0">
              <a:buNone/>
              <a:defRPr sz="847"/>
            </a:lvl6pPr>
            <a:lvl7pPr marL="2322119" indent="0">
              <a:buNone/>
              <a:defRPr sz="847"/>
            </a:lvl7pPr>
            <a:lvl8pPr marL="2709139" indent="0">
              <a:buNone/>
              <a:defRPr sz="847"/>
            </a:lvl8pPr>
            <a:lvl9pPr marL="3096158" indent="0">
              <a:buNone/>
              <a:defRPr sz="84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29664-E51F-9D43-AC1D-89266E3D84E7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04161-C89A-064D-A5B8-F86A2B37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043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29664-E51F-9D43-AC1D-89266E3D84E7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04161-C89A-064D-A5B8-F86A2B37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52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9403" y="345009"/>
            <a:ext cx="1669078" cy="5491649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2170" y="345009"/>
            <a:ext cx="4910475" cy="549164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29664-E51F-9D43-AC1D-89266E3D84E7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04161-C89A-064D-A5B8-F86A2B37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506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2170" y="345011"/>
            <a:ext cx="6676311" cy="1252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2170" y="1725046"/>
            <a:ext cx="6676311" cy="4111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2170" y="6006164"/>
            <a:ext cx="1741646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1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729664-E51F-9D43-AC1D-89266E3D84E7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64091" y="6006164"/>
            <a:ext cx="2612469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1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66834" y="6006164"/>
            <a:ext cx="1741646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1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D04161-C89A-064D-A5B8-F86A2B3705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367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74040" rtl="0" eaLnBrk="1" latinLnBrk="0" hangingPunct="1">
        <a:lnSpc>
          <a:spcPct val="90000"/>
        </a:lnSpc>
        <a:spcBef>
          <a:spcPct val="0"/>
        </a:spcBef>
        <a:buNone/>
        <a:defRPr sz="37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3510" indent="-193510" algn="l" defTabSz="774040" rtl="0" eaLnBrk="1" latinLnBrk="0" hangingPunct="1">
        <a:lnSpc>
          <a:spcPct val="90000"/>
        </a:lnSpc>
        <a:spcBef>
          <a:spcPts val="847"/>
        </a:spcBef>
        <a:buFont typeface="Arial" panose="020B0604020202020204" pitchFamily="34" charset="0"/>
        <a:buChar char="•"/>
        <a:defRPr sz="2370" kern="1200">
          <a:solidFill>
            <a:schemeClr val="tx1"/>
          </a:solidFill>
          <a:latin typeface="+mn-lt"/>
          <a:ea typeface="+mn-ea"/>
          <a:cs typeface="+mn-cs"/>
        </a:defRPr>
      </a:lvl1pPr>
      <a:lvl2pPr marL="580530" indent="-193510" algn="l" defTabSz="774040" rtl="0" eaLnBrk="1" latinLnBrk="0" hangingPunct="1">
        <a:lnSpc>
          <a:spcPct val="90000"/>
        </a:lnSpc>
        <a:spcBef>
          <a:spcPts val="423"/>
        </a:spcBef>
        <a:buFont typeface="Arial" panose="020B0604020202020204" pitchFamily="34" charset="0"/>
        <a:buChar char="•"/>
        <a:defRPr sz="2032" kern="1200">
          <a:solidFill>
            <a:schemeClr val="tx1"/>
          </a:solidFill>
          <a:latin typeface="+mn-lt"/>
          <a:ea typeface="+mn-ea"/>
          <a:cs typeface="+mn-cs"/>
        </a:defRPr>
      </a:lvl2pPr>
      <a:lvl3pPr marL="967550" indent="-193510" algn="l" defTabSz="774040" rtl="0" eaLnBrk="1" latinLnBrk="0" hangingPunct="1">
        <a:lnSpc>
          <a:spcPct val="90000"/>
        </a:lnSpc>
        <a:spcBef>
          <a:spcPts val="423"/>
        </a:spcBef>
        <a:buFont typeface="Arial" panose="020B0604020202020204" pitchFamily="34" charset="0"/>
        <a:buChar char="•"/>
        <a:defRPr sz="1693" kern="1200">
          <a:solidFill>
            <a:schemeClr val="tx1"/>
          </a:solidFill>
          <a:latin typeface="+mn-lt"/>
          <a:ea typeface="+mn-ea"/>
          <a:cs typeface="+mn-cs"/>
        </a:defRPr>
      </a:lvl3pPr>
      <a:lvl4pPr marL="1354569" indent="-193510" algn="l" defTabSz="774040" rtl="0" eaLnBrk="1" latinLnBrk="0" hangingPunct="1">
        <a:lnSpc>
          <a:spcPct val="90000"/>
        </a:lnSpc>
        <a:spcBef>
          <a:spcPts val="423"/>
        </a:spcBef>
        <a:buFont typeface="Arial" panose="020B0604020202020204" pitchFamily="34" charset="0"/>
        <a:buChar char="•"/>
        <a:defRPr sz="1524" kern="1200">
          <a:solidFill>
            <a:schemeClr val="tx1"/>
          </a:solidFill>
          <a:latin typeface="+mn-lt"/>
          <a:ea typeface="+mn-ea"/>
          <a:cs typeface="+mn-cs"/>
        </a:defRPr>
      </a:lvl4pPr>
      <a:lvl5pPr marL="1741589" indent="-193510" algn="l" defTabSz="774040" rtl="0" eaLnBrk="1" latinLnBrk="0" hangingPunct="1">
        <a:lnSpc>
          <a:spcPct val="90000"/>
        </a:lnSpc>
        <a:spcBef>
          <a:spcPts val="423"/>
        </a:spcBef>
        <a:buFont typeface="Arial" panose="020B0604020202020204" pitchFamily="34" charset="0"/>
        <a:buChar char="•"/>
        <a:defRPr sz="1524" kern="1200">
          <a:solidFill>
            <a:schemeClr val="tx1"/>
          </a:solidFill>
          <a:latin typeface="+mn-lt"/>
          <a:ea typeface="+mn-ea"/>
          <a:cs typeface="+mn-cs"/>
        </a:defRPr>
      </a:lvl5pPr>
      <a:lvl6pPr marL="2128609" indent="-193510" algn="l" defTabSz="774040" rtl="0" eaLnBrk="1" latinLnBrk="0" hangingPunct="1">
        <a:lnSpc>
          <a:spcPct val="90000"/>
        </a:lnSpc>
        <a:spcBef>
          <a:spcPts val="423"/>
        </a:spcBef>
        <a:buFont typeface="Arial" panose="020B0604020202020204" pitchFamily="34" charset="0"/>
        <a:buChar char="•"/>
        <a:defRPr sz="1524" kern="1200">
          <a:solidFill>
            <a:schemeClr val="tx1"/>
          </a:solidFill>
          <a:latin typeface="+mn-lt"/>
          <a:ea typeface="+mn-ea"/>
          <a:cs typeface="+mn-cs"/>
        </a:defRPr>
      </a:lvl6pPr>
      <a:lvl7pPr marL="2515629" indent="-193510" algn="l" defTabSz="774040" rtl="0" eaLnBrk="1" latinLnBrk="0" hangingPunct="1">
        <a:lnSpc>
          <a:spcPct val="90000"/>
        </a:lnSpc>
        <a:spcBef>
          <a:spcPts val="423"/>
        </a:spcBef>
        <a:buFont typeface="Arial" panose="020B0604020202020204" pitchFamily="34" charset="0"/>
        <a:buChar char="•"/>
        <a:defRPr sz="1524" kern="1200">
          <a:solidFill>
            <a:schemeClr val="tx1"/>
          </a:solidFill>
          <a:latin typeface="+mn-lt"/>
          <a:ea typeface="+mn-ea"/>
          <a:cs typeface="+mn-cs"/>
        </a:defRPr>
      </a:lvl7pPr>
      <a:lvl8pPr marL="2902649" indent="-193510" algn="l" defTabSz="774040" rtl="0" eaLnBrk="1" latinLnBrk="0" hangingPunct="1">
        <a:lnSpc>
          <a:spcPct val="90000"/>
        </a:lnSpc>
        <a:spcBef>
          <a:spcPts val="423"/>
        </a:spcBef>
        <a:buFont typeface="Arial" panose="020B0604020202020204" pitchFamily="34" charset="0"/>
        <a:buChar char="•"/>
        <a:defRPr sz="1524" kern="1200">
          <a:solidFill>
            <a:schemeClr val="tx1"/>
          </a:solidFill>
          <a:latin typeface="+mn-lt"/>
          <a:ea typeface="+mn-ea"/>
          <a:cs typeface="+mn-cs"/>
        </a:defRPr>
      </a:lvl8pPr>
      <a:lvl9pPr marL="3289668" indent="-193510" algn="l" defTabSz="774040" rtl="0" eaLnBrk="1" latinLnBrk="0" hangingPunct="1">
        <a:lnSpc>
          <a:spcPct val="90000"/>
        </a:lnSpc>
        <a:spcBef>
          <a:spcPts val="423"/>
        </a:spcBef>
        <a:buFont typeface="Arial" panose="020B0604020202020204" pitchFamily="34" charset="0"/>
        <a:buChar char="•"/>
        <a:defRPr sz="152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4040" rtl="0" eaLnBrk="1" latinLnBrk="0" hangingPunct="1">
        <a:defRPr sz="1524" kern="1200">
          <a:solidFill>
            <a:schemeClr val="tx1"/>
          </a:solidFill>
          <a:latin typeface="+mn-lt"/>
          <a:ea typeface="+mn-ea"/>
          <a:cs typeface="+mn-cs"/>
        </a:defRPr>
      </a:lvl1pPr>
      <a:lvl2pPr marL="387020" algn="l" defTabSz="774040" rtl="0" eaLnBrk="1" latinLnBrk="0" hangingPunct="1">
        <a:defRPr sz="1524" kern="1200">
          <a:solidFill>
            <a:schemeClr val="tx1"/>
          </a:solidFill>
          <a:latin typeface="+mn-lt"/>
          <a:ea typeface="+mn-ea"/>
          <a:cs typeface="+mn-cs"/>
        </a:defRPr>
      </a:lvl2pPr>
      <a:lvl3pPr marL="774040" algn="l" defTabSz="774040" rtl="0" eaLnBrk="1" latinLnBrk="0" hangingPunct="1">
        <a:defRPr sz="1524" kern="1200">
          <a:solidFill>
            <a:schemeClr val="tx1"/>
          </a:solidFill>
          <a:latin typeface="+mn-lt"/>
          <a:ea typeface="+mn-ea"/>
          <a:cs typeface="+mn-cs"/>
        </a:defRPr>
      </a:lvl3pPr>
      <a:lvl4pPr marL="1161059" algn="l" defTabSz="774040" rtl="0" eaLnBrk="1" latinLnBrk="0" hangingPunct="1">
        <a:defRPr sz="1524" kern="1200">
          <a:solidFill>
            <a:schemeClr val="tx1"/>
          </a:solidFill>
          <a:latin typeface="+mn-lt"/>
          <a:ea typeface="+mn-ea"/>
          <a:cs typeface="+mn-cs"/>
        </a:defRPr>
      </a:lvl4pPr>
      <a:lvl5pPr marL="1548079" algn="l" defTabSz="774040" rtl="0" eaLnBrk="1" latinLnBrk="0" hangingPunct="1">
        <a:defRPr sz="1524" kern="1200">
          <a:solidFill>
            <a:schemeClr val="tx1"/>
          </a:solidFill>
          <a:latin typeface="+mn-lt"/>
          <a:ea typeface="+mn-ea"/>
          <a:cs typeface="+mn-cs"/>
        </a:defRPr>
      </a:lvl5pPr>
      <a:lvl6pPr marL="1935099" algn="l" defTabSz="774040" rtl="0" eaLnBrk="1" latinLnBrk="0" hangingPunct="1">
        <a:defRPr sz="1524" kern="1200">
          <a:solidFill>
            <a:schemeClr val="tx1"/>
          </a:solidFill>
          <a:latin typeface="+mn-lt"/>
          <a:ea typeface="+mn-ea"/>
          <a:cs typeface="+mn-cs"/>
        </a:defRPr>
      </a:lvl6pPr>
      <a:lvl7pPr marL="2322119" algn="l" defTabSz="774040" rtl="0" eaLnBrk="1" latinLnBrk="0" hangingPunct="1">
        <a:defRPr sz="1524" kern="1200">
          <a:solidFill>
            <a:schemeClr val="tx1"/>
          </a:solidFill>
          <a:latin typeface="+mn-lt"/>
          <a:ea typeface="+mn-ea"/>
          <a:cs typeface="+mn-cs"/>
        </a:defRPr>
      </a:lvl7pPr>
      <a:lvl8pPr marL="2709139" algn="l" defTabSz="774040" rtl="0" eaLnBrk="1" latinLnBrk="0" hangingPunct="1">
        <a:defRPr sz="1524" kern="1200">
          <a:solidFill>
            <a:schemeClr val="tx1"/>
          </a:solidFill>
          <a:latin typeface="+mn-lt"/>
          <a:ea typeface="+mn-ea"/>
          <a:cs typeface="+mn-cs"/>
        </a:defRPr>
      </a:lvl8pPr>
      <a:lvl9pPr marL="3096158" algn="l" defTabSz="774040" rtl="0" eaLnBrk="1" latinLnBrk="0" hangingPunct="1">
        <a:defRPr sz="152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18" Type="http://schemas.openxmlformats.org/officeDocument/2006/relationships/image" Target="../media/image1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17" Type="http://schemas.openxmlformats.org/officeDocument/2006/relationships/image" Target="../media/image16.svg"/><Relationship Id="rId2" Type="http://schemas.openxmlformats.org/officeDocument/2006/relationships/image" Target="../media/image1.svg"/><Relationship Id="rId16" Type="http://schemas.openxmlformats.org/officeDocument/2006/relationships/image" Target="../media/image15.svg"/><Relationship Id="rId20" Type="http://schemas.openxmlformats.org/officeDocument/2006/relationships/image" Target="../media/image19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svg"/><Relationship Id="rId19" Type="http://schemas.openxmlformats.org/officeDocument/2006/relationships/image" Target="../media/image18.sv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Rectangle 241">
            <a:extLst>
              <a:ext uri="{FF2B5EF4-FFF2-40B4-BE49-F238E27FC236}">
                <a16:creationId xmlns:a16="http://schemas.microsoft.com/office/drawing/2014/main" id="{2F8994F5-EECF-774C-6229-BCFECC92C8E3}"/>
              </a:ext>
            </a:extLst>
          </p:cNvPr>
          <p:cNvSpPr/>
          <p:nvPr/>
        </p:nvSpPr>
        <p:spPr>
          <a:xfrm>
            <a:off x="4328064" y="2782037"/>
            <a:ext cx="2835842" cy="3331684"/>
          </a:xfrm>
          <a:prstGeom prst="rect">
            <a:avLst/>
          </a:prstGeom>
          <a:solidFill>
            <a:srgbClr val="F2F2F2">
              <a:alpha val="50196"/>
            </a:srgb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8" name="Straight Connector 247">
            <a:extLst>
              <a:ext uri="{FF2B5EF4-FFF2-40B4-BE49-F238E27FC236}">
                <a16:creationId xmlns:a16="http://schemas.microsoft.com/office/drawing/2014/main" id="{5FBAA3B5-10C7-A7F6-7438-891D25F937FF}"/>
              </a:ext>
            </a:extLst>
          </p:cNvPr>
          <p:cNvCxnSpPr>
            <a:cxnSpLocks/>
            <a:stCxn id="243" idx="6"/>
            <a:endCxn id="245" idx="2"/>
          </p:cNvCxnSpPr>
          <p:nvPr/>
        </p:nvCxnSpPr>
        <p:spPr>
          <a:xfrm>
            <a:off x="5224764" y="3672139"/>
            <a:ext cx="1173322" cy="0"/>
          </a:xfrm>
          <a:prstGeom prst="line">
            <a:avLst/>
          </a:prstGeom>
          <a:ln w="25400">
            <a:solidFill>
              <a:schemeClr val="bg1">
                <a:lumMod val="75000"/>
              </a:schemeClr>
            </a:solidFill>
            <a:prstDash val="sysDash"/>
            <a:headEnd type="none" w="med" len="med"/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9" name="Straight Connector 278">
            <a:extLst>
              <a:ext uri="{FF2B5EF4-FFF2-40B4-BE49-F238E27FC236}">
                <a16:creationId xmlns:a16="http://schemas.microsoft.com/office/drawing/2014/main" id="{F55AEF13-0B7D-AD8B-89C3-16FB1223960B}"/>
              </a:ext>
            </a:extLst>
          </p:cNvPr>
          <p:cNvCxnSpPr>
            <a:cxnSpLocks/>
            <a:stCxn id="274" idx="6"/>
            <a:endCxn id="275" idx="2"/>
          </p:cNvCxnSpPr>
          <p:nvPr/>
        </p:nvCxnSpPr>
        <p:spPr>
          <a:xfrm>
            <a:off x="6034764" y="5452539"/>
            <a:ext cx="363322" cy="1600"/>
          </a:xfrm>
          <a:prstGeom prst="line">
            <a:avLst/>
          </a:prstGeom>
          <a:ln w="25400">
            <a:solidFill>
              <a:schemeClr val="bg1">
                <a:lumMod val="75000"/>
              </a:schemeClr>
            </a:solidFill>
            <a:prstDash val="sysDash"/>
            <a:headEnd type="none" w="med" len="med"/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5" name="Arc 284">
            <a:extLst>
              <a:ext uri="{FF2B5EF4-FFF2-40B4-BE49-F238E27FC236}">
                <a16:creationId xmlns:a16="http://schemas.microsoft.com/office/drawing/2014/main" id="{4FD3EEC7-6F44-1CCF-24AE-44F33EB8A131}"/>
              </a:ext>
            </a:extLst>
          </p:cNvPr>
          <p:cNvSpPr/>
          <p:nvPr/>
        </p:nvSpPr>
        <p:spPr>
          <a:xfrm rot="19800000" flipH="1" flipV="1">
            <a:off x="4775586" y="4340956"/>
            <a:ext cx="1264231" cy="1264231"/>
          </a:xfrm>
          <a:prstGeom prst="arc">
            <a:avLst>
              <a:gd name="adj1" fmla="val 16835953"/>
              <a:gd name="adj2" fmla="val 19190993"/>
            </a:avLst>
          </a:prstGeom>
          <a:ln w="25400">
            <a:solidFill>
              <a:schemeClr val="bg1">
                <a:lumMod val="75000"/>
              </a:schemeClr>
            </a:solidFill>
            <a:prstDash val="sysDash"/>
            <a:headEnd type="none" w="lg" len="lg"/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D4C8D947-EF0B-DD7F-AD01-E435F156C9DC}"/>
              </a:ext>
            </a:extLst>
          </p:cNvPr>
          <p:cNvCxnSpPr>
            <a:cxnSpLocks/>
            <a:stCxn id="175" idx="6"/>
            <a:endCxn id="178" idx="2"/>
          </p:cNvCxnSpPr>
          <p:nvPr/>
        </p:nvCxnSpPr>
        <p:spPr>
          <a:xfrm>
            <a:off x="5224764" y="1166539"/>
            <a:ext cx="363322" cy="0"/>
          </a:xfrm>
          <a:prstGeom prst="line">
            <a:avLst/>
          </a:prstGeom>
          <a:ln w="25400">
            <a:solidFill>
              <a:schemeClr val="bg1">
                <a:lumMod val="75000"/>
              </a:schemeClr>
            </a:solidFill>
            <a:prstDash val="sysDash"/>
            <a:headEnd type="none" w="med" len="med"/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FAD27DA3-84CF-CF1B-E380-9988B422630F}"/>
              </a:ext>
            </a:extLst>
          </p:cNvPr>
          <p:cNvCxnSpPr>
            <a:cxnSpLocks/>
            <a:stCxn id="178" idx="6"/>
            <a:endCxn id="180" idx="2"/>
          </p:cNvCxnSpPr>
          <p:nvPr/>
        </p:nvCxnSpPr>
        <p:spPr>
          <a:xfrm>
            <a:off x="6034764" y="1166539"/>
            <a:ext cx="363322" cy="0"/>
          </a:xfrm>
          <a:prstGeom prst="line">
            <a:avLst/>
          </a:prstGeom>
          <a:ln w="25400">
            <a:solidFill>
              <a:schemeClr val="bg1">
                <a:lumMod val="75000"/>
              </a:schemeClr>
            </a:solidFill>
            <a:prstDash val="sysDash"/>
            <a:headEnd type="none" w="med" len="med"/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6" name="Straight Connector 225">
            <a:extLst>
              <a:ext uri="{FF2B5EF4-FFF2-40B4-BE49-F238E27FC236}">
                <a16:creationId xmlns:a16="http://schemas.microsoft.com/office/drawing/2014/main" id="{A9B6C81F-B1CD-DDFC-D380-82A7DD633FAB}"/>
              </a:ext>
            </a:extLst>
          </p:cNvPr>
          <p:cNvCxnSpPr>
            <a:cxnSpLocks/>
          </p:cNvCxnSpPr>
          <p:nvPr/>
        </p:nvCxnSpPr>
        <p:spPr>
          <a:xfrm>
            <a:off x="5224764" y="1983336"/>
            <a:ext cx="363322" cy="0"/>
          </a:xfrm>
          <a:prstGeom prst="line">
            <a:avLst/>
          </a:prstGeom>
          <a:ln w="25400">
            <a:solidFill>
              <a:schemeClr val="bg1">
                <a:lumMod val="75000"/>
              </a:schemeClr>
            </a:solidFill>
            <a:prstDash val="sysDash"/>
            <a:headEnd type="none" w="med" len="med"/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7" name="Straight Connector 226">
            <a:extLst>
              <a:ext uri="{FF2B5EF4-FFF2-40B4-BE49-F238E27FC236}">
                <a16:creationId xmlns:a16="http://schemas.microsoft.com/office/drawing/2014/main" id="{95F301DB-A281-5FE0-7152-7386466F94ED}"/>
              </a:ext>
            </a:extLst>
          </p:cNvPr>
          <p:cNvCxnSpPr>
            <a:cxnSpLocks/>
            <a:stCxn id="222" idx="6"/>
            <a:endCxn id="223" idx="2"/>
          </p:cNvCxnSpPr>
          <p:nvPr/>
        </p:nvCxnSpPr>
        <p:spPr>
          <a:xfrm flipV="1">
            <a:off x="6034764" y="1980880"/>
            <a:ext cx="363322" cy="2595"/>
          </a:xfrm>
          <a:prstGeom prst="line">
            <a:avLst/>
          </a:prstGeom>
          <a:ln w="25400">
            <a:solidFill>
              <a:schemeClr val="bg1">
                <a:lumMod val="75000"/>
              </a:schemeClr>
            </a:solidFill>
            <a:prstDash val="sysDash"/>
            <a:headEnd type="none" w="med" len="med"/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Arc 1">
            <a:extLst>
              <a:ext uri="{FF2B5EF4-FFF2-40B4-BE49-F238E27FC236}">
                <a16:creationId xmlns:a16="http://schemas.microsoft.com/office/drawing/2014/main" id="{F426C1DD-5EDD-190E-A20D-2405E11EAB23}"/>
              </a:ext>
            </a:extLst>
          </p:cNvPr>
          <p:cNvSpPr/>
          <p:nvPr/>
        </p:nvSpPr>
        <p:spPr>
          <a:xfrm rot="1800000" flipH="1">
            <a:off x="4775586" y="1009931"/>
            <a:ext cx="1264231" cy="1264231"/>
          </a:xfrm>
          <a:prstGeom prst="arc">
            <a:avLst>
              <a:gd name="adj1" fmla="val 16835953"/>
              <a:gd name="adj2" fmla="val 19190993"/>
            </a:avLst>
          </a:prstGeom>
          <a:ln w="25400">
            <a:solidFill>
              <a:schemeClr val="bg1">
                <a:lumMod val="75000"/>
              </a:schemeClr>
            </a:solidFill>
            <a:prstDash val="sysDash"/>
            <a:headEnd type="none" w="lg" len="lg"/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6AE3961F-CAD8-9BE6-59AF-673182CAA703}"/>
              </a:ext>
            </a:extLst>
          </p:cNvPr>
          <p:cNvSpPr/>
          <p:nvPr/>
        </p:nvSpPr>
        <p:spPr>
          <a:xfrm>
            <a:off x="4328064" y="308344"/>
            <a:ext cx="2835842" cy="2300944"/>
          </a:xfrm>
          <a:prstGeom prst="rect">
            <a:avLst/>
          </a:prstGeom>
          <a:solidFill>
            <a:srgbClr val="F2F2F2">
              <a:alpha val="50196"/>
            </a:srgb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46E7AF5-05A1-6905-1EF5-7D2AA6B68A0A}"/>
              </a:ext>
            </a:extLst>
          </p:cNvPr>
          <p:cNvCxnSpPr>
            <a:cxnSpLocks/>
            <a:stCxn id="65" idx="6"/>
            <a:endCxn id="77" idx="2"/>
          </p:cNvCxnSpPr>
          <p:nvPr/>
        </p:nvCxnSpPr>
        <p:spPr>
          <a:xfrm>
            <a:off x="2239060" y="5457661"/>
            <a:ext cx="363322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  <a:prstDash val="sysDash"/>
            <a:headEnd type="none" w="med" len="med"/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077C175D-B47D-5F31-E861-11504ADDC9C6}"/>
              </a:ext>
            </a:extLst>
          </p:cNvPr>
          <p:cNvCxnSpPr>
            <a:cxnSpLocks/>
            <a:stCxn id="77" idx="6"/>
            <a:endCxn id="85" idx="2"/>
          </p:cNvCxnSpPr>
          <p:nvPr/>
        </p:nvCxnSpPr>
        <p:spPr>
          <a:xfrm>
            <a:off x="3049060" y="5457661"/>
            <a:ext cx="363740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  <a:prstDash val="sysDash"/>
            <a:headEnd type="none" w="med" len="med"/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427BEC7-7E2B-16C4-57E7-0E1EE3F58FFB}"/>
              </a:ext>
            </a:extLst>
          </p:cNvPr>
          <p:cNvCxnSpPr>
            <a:cxnSpLocks/>
            <a:stCxn id="26" idx="6"/>
            <a:endCxn id="33" idx="2"/>
          </p:cNvCxnSpPr>
          <p:nvPr/>
        </p:nvCxnSpPr>
        <p:spPr>
          <a:xfrm>
            <a:off x="1428925" y="2011560"/>
            <a:ext cx="770675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  <a:prstDash val="sysDash"/>
            <a:headEnd type="none" w="med" len="med"/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948B9A6-065D-4B20-1D26-241B3A355313}"/>
              </a:ext>
            </a:extLst>
          </p:cNvPr>
          <p:cNvCxnSpPr>
            <a:cxnSpLocks/>
            <a:stCxn id="37" idx="6"/>
            <a:endCxn id="41" idx="2"/>
          </p:cNvCxnSpPr>
          <p:nvPr/>
        </p:nvCxnSpPr>
        <p:spPr>
          <a:xfrm>
            <a:off x="1428925" y="2731560"/>
            <a:ext cx="770675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  <a:prstDash val="sysDash"/>
            <a:headEnd type="none" w="med" len="med"/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B39B6E1-F3B0-9AB8-31FE-CCE6264AA969}"/>
              </a:ext>
            </a:extLst>
          </p:cNvPr>
          <p:cNvCxnSpPr>
            <a:cxnSpLocks/>
            <a:stCxn id="95" idx="6"/>
            <a:endCxn id="99" idx="2"/>
          </p:cNvCxnSpPr>
          <p:nvPr/>
        </p:nvCxnSpPr>
        <p:spPr>
          <a:xfrm>
            <a:off x="1429060" y="3675877"/>
            <a:ext cx="363322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  <a:prstDash val="sysDash"/>
            <a:headEnd type="none" w="med" len="med"/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B9EA6C2-3FD3-1AB5-3DBF-71C75AF9ADC2}"/>
              </a:ext>
            </a:extLst>
          </p:cNvPr>
          <p:cNvCxnSpPr>
            <a:cxnSpLocks/>
            <a:stCxn id="99" idx="6"/>
            <a:endCxn id="102" idx="2"/>
          </p:cNvCxnSpPr>
          <p:nvPr/>
        </p:nvCxnSpPr>
        <p:spPr>
          <a:xfrm>
            <a:off x="2239060" y="3675877"/>
            <a:ext cx="363322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  <a:prstDash val="sysDash"/>
            <a:headEnd type="none" w="med" len="med"/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E062CBD-B828-95BC-629B-B1C3F686B96B}"/>
              </a:ext>
            </a:extLst>
          </p:cNvPr>
          <p:cNvCxnSpPr>
            <a:cxnSpLocks/>
            <a:stCxn id="102" idx="6"/>
            <a:endCxn id="107" idx="2"/>
          </p:cNvCxnSpPr>
          <p:nvPr/>
        </p:nvCxnSpPr>
        <p:spPr>
          <a:xfrm>
            <a:off x="3049060" y="3675877"/>
            <a:ext cx="363322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  <a:prstDash val="sysDash"/>
            <a:headEnd type="none" w="med" len="med"/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986EFE8C-F3F2-4349-22B0-A488EBAC5B3B}"/>
              </a:ext>
            </a:extLst>
          </p:cNvPr>
          <p:cNvCxnSpPr>
            <a:cxnSpLocks/>
            <a:stCxn id="33" idx="6"/>
          </p:cNvCxnSpPr>
          <p:nvPr/>
        </p:nvCxnSpPr>
        <p:spPr>
          <a:xfrm>
            <a:off x="2646278" y="2011560"/>
            <a:ext cx="784300" cy="274754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  <a:prstDash val="sysDash"/>
            <a:headEnd type="none" w="med" len="med"/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D1C00267-4E56-4D83-BDA9-700F44BEB4F5}"/>
              </a:ext>
            </a:extLst>
          </p:cNvPr>
          <p:cNvCxnSpPr>
            <a:cxnSpLocks/>
            <a:stCxn id="37" idx="7"/>
          </p:cNvCxnSpPr>
          <p:nvPr/>
        </p:nvCxnSpPr>
        <p:spPr>
          <a:xfrm flipV="1">
            <a:off x="1363511" y="2122277"/>
            <a:ext cx="856031" cy="451358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  <a:prstDash val="sysDash"/>
            <a:headEnd type="none" w="med" len="med"/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7" name="Straight Connector 236">
            <a:extLst>
              <a:ext uri="{FF2B5EF4-FFF2-40B4-BE49-F238E27FC236}">
                <a16:creationId xmlns:a16="http://schemas.microsoft.com/office/drawing/2014/main" id="{BB3222C4-6612-4FA9-0A18-2FBE92414B67}"/>
              </a:ext>
            </a:extLst>
          </p:cNvPr>
          <p:cNvCxnSpPr>
            <a:cxnSpLocks/>
          </p:cNvCxnSpPr>
          <p:nvPr/>
        </p:nvCxnSpPr>
        <p:spPr>
          <a:xfrm>
            <a:off x="1361212" y="2174325"/>
            <a:ext cx="856031" cy="451358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  <a:prstDash val="sysDash"/>
            <a:headEnd type="none" w="med" len="med"/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BB4CDE06-8DC7-7D6C-A2DE-8D5D312806B3}"/>
              </a:ext>
            </a:extLst>
          </p:cNvPr>
          <p:cNvCxnSpPr>
            <a:cxnSpLocks/>
          </p:cNvCxnSpPr>
          <p:nvPr/>
        </p:nvCxnSpPr>
        <p:spPr>
          <a:xfrm flipV="1">
            <a:off x="2646278" y="2459330"/>
            <a:ext cx="784300" cy="274754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  <a:prstDash val="sysDash"/>
            <a:headEnd type="none" w="med" len="med"/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6" name="Rectangle 135">
            <a:extLst>
              <a:ext uri="{FF2B5EF4-FFF2-40B4-BE49-F238E27FC236}">
                <a16:creationId xmlns:a16="http://schemas.microsoft.com/office/drawing/2014/main" id="{9DB9F808-D52F-F735-37BB-A389902B23C4}"/>
              </a:ext>
            </a:extLst>
          </p:cNvPr>
          <p:cNvSpPr/>
          <p:nvPr/>
        </p:nvSpPr>
        <p:spPr>
          <a:xfrm>
            <a:off x="542268" y="308344"/>
            <a:ext cx="3604514" cy="5805377"/>
          </a:xfrm>
          <a:prstGeom prst="rect">
            <a:avLst/>
          </a:prstGeom>
          <a:solidFill>
            <a:srgbClr val="F2F2F2">
              <a:alpha val="50196"/>
            </a:srgbClr>
          </a:solidFill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A4DCBB3-D140-836A-2A92-E49A6379DBC9}"/>
              </a:ext>
            </a:extLst>
          </p:cNvPr>
          <p:cNvSpPr/>
          <p:nvPr/>
        </p:nvSpPr>
        <p:spPr>
          <a:xfrm>
            <a:off x="982247" y="944385"/>
            <a:ext cx="446678" cy="44667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7F20CEE-C9FC-EAAD-E923-EFF836A664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4345" y="965716"/>
            <a:ext cx="386005" cy="386005"/>
          </a:xfrm>
          <a:prstGeom prst="rect">
            <a:avLst/>
          </a:prstGeom>
        </p:spPr>
      </p:pic>
      <p:sp>
        <p:nvSpPr>
          <p:cNvPr id="23" name="Oval 22">
            <a:extLst>
              <a:ext uri="{FF2B5EF4-FFF2-40B4-BE49-F238E27FC236}">
                <a16:creationId xmlns:a16="http://schemas.microsoft.com/office/drawing/2014/main" id="{802C1370-23DD-6E26-E8F4-ABA48AD0CE46}"/>
              </a:ext>
            </a:extLst>
          </p:cNvPr>
          <p:cNvSpPr/>
          <p:nvPr/>
        </p:nvSpPr>
        <p:spPr>
          <a:xfrm>
            <a:off x="3412800" y="944385"/>
            <a:ext cx="446678" cy="44667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235678-74F1-9CDD-B280-B84524E86D0F}"/>
              </a:ext>
            </a:extLst>
          </p:cNvPr>
          <p:cNvSpPr txBox="1"/>
          <p:nvPr/>
        </p:nvSpPr>
        <p:spPr>
          <a:xfrm>
            <a:off x="870153" y="1367161"/>
            <a:ext cx="67197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Helvetica" pitchFamily="2" charset="0"/>
                <a:cs typeface="Arial" panose="020B0604020202020204" pitchFamily="34" charset="0"/>
              </a:rPr>
              <a:t>Agriculture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3431EA4-64E6-2521-2BC6-229CE2BCD7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95781" y="1015484"/>
            <a:ext cx="299779" cy="29977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2EE4AD4-3807-695A-1E77-55274BE4A8F4}"/>
              </a:ext>
            </a:extLst>
          </p:cNvPr>
          <p:cNvSpPr txBox="1"/>
          <p:nvPr/>
        </p:nvSpPr>
        <p:spPr>
          <a:xfrm>
            <a:off x="3323775" y="1364541"/>
            <a:ext cx="62388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Helvetica" pitchFamily="2" charset="0"/>
                <a:cs typeface="Arial" panose="020B0604020202020204" pitchFamily="34" charset="0"/>
              </a:rPr>
              <a:t>Inequality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1A9BD4E-1391-369C-08D6-EAECDDCDE3E2}"/>
              </a:ext>
            </a:extLst>
          </p:cNvPr>
          <p:cNvSpPr/>
          <p:nvPr/>
        </p:nvSpPr>
        <p:spPr>
          <a:xfrm>
            <a:off x="982247" y="1788221"/>
            <a:ext cx="446678" cy="44667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BEA06A03-8388-6CF4-02F2-0C29F0095B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6629" y="1821295"/>
            <a:ext cx="386005" cy="386005"/>
          </a:xfrm>
          <a:prstGeom prst="rect">
            <a:avLst/>
          </a:prstGeom>
        </p:spPr>
      </p:pic>
      <p:sp>
        <p:nvSpPr>
          <p:cNvPr id="29" name="Oval 28">
            <a:extLst>
              <a:ext uri="{FF2B5EF4-FFF2-40B4-BE49-F238E27FC236}">
                <a16:creationId xmlns:a16="http://schemas.microsoft.com/office/drawing/2014/main" id="{6B4EA301-092C-8CD9-0B85-0A87A552F702}"/>
              </a:ext>
            </a:extLst>
          </p:cNvPr>
          <p:cNvSpPr/>
          <p:nvPr/>
        </p:nvSpPr>
        <p:spPr>
          <a:xfrm>
            <a:off x="3412800" y="2148221"/>
            <a:ext cx="446678" cy="44667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34FB6F0-6C89-B9B9-BF8E-BA634858E673}"/>
              </a:ext>
            </a:extLst>
          </p:cNvPr>
          <p:cNvSpPr txBox="1"/>
          <p:nvPr/>
        </p:nvSpPr>
        <p:spPr>
          <a:xfrm>
            <a:off x="874466" y="2202703"/>
            <a:ext cx="67197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Helvetica" pitchFamily="2" charset="0"/>
                <a:cs typeface="Arial" panose="020B0604020202020204" pitchFamily="34" charset="0"/>
              </a:rPr>
              <a:t>Agriculture</a:t>
            </a:r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0745D45A-33CD-5A4C-9A71-D0395270BB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329406" y="-2014618"/>
            <a:ext cx="45719" cy="45719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1001CB63-BDDE-870F-BF3A-B9E7F1CC3700}"/>
              </a:ext>
            </a:extLst>
          </p:cNvPr>
          <p:cNvSpPr txBox="1"/>
          <p:nvPr/>
        </p:nvSpPr>
        <p:spPr>
          <a:xfrm>
            <a:off x="3318003" y="2567386"/>
            <a:ext cx="62388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Helvetica" pitchFamily="2" charset="0"/>
                <a:cs typeface="Arial" panose="020B0604020202020204" pitchFamily="34" charset="0"/>
              </a:rPr>
              <a:t>Inequality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C38F1D69-CB17-235A-EE86-D4CE70CD5933}"/>
              </a:ext>
            </a:extLst>
          </p:cNvPr>
          <p:cNvSpPr/>
          <p:nvPr/>
        </p:nvSpPr>
        <p:spPr>
          <a:xfrm>
            <a:off x="2199600" y="1788221"/>
            <a:ext cx="446678" cy="44667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C93D86DE-3BCD-023F-B036-B5CA2BFFCA62}"/>
              </a:ext>
            </a:extLst>
          </p:cNvPr>
          <p:cNvSpPr/>
          <p:nvPr/>
        </p:nvSpPr>
        <p:spPr>
          <a:xfrm>
            <a:off x="982247" y="2508221"/>
            <a:ext cx="446678" cy="44667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F9C2868C-74FF-42FF-DCB1-C5EB39FDC97A}"/>
              </a:ext>
            </a:extLst>
          </p:cNvPr>
          <p:cNvSpPr/>
          <p:nvPr/>
        </p:nvSpPr>
        <p:spPr>
          <a:xfrm>
            <a:off x="2199600" y="2508221"/>
            <a:ext cx="446678" cy="44667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A8529BC-A861-91C5-09B4-B39FA1CFEABC}"/>
              </a:ext>
            </a:extLst>
          </p:cNvPr>
          <p:cNvSpPr txBox="1"/>
          <p:nvPr/>
        </p:nvSpPr>
        <p:spPr>
          <a:xfrm>
            <a:off x="1877659" y="2953471"/>
            <a:ext cx="1125274" cy="292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800" dirty="0">
                <a:latin typeface="Helvetica" pitchFamily="2" charset="0"/>
                <a:cs typeface="Arial" panose="020B0604020202020204" pitchFamily="34" charset="0"/>
              </a:rPr>
              <a:t>Movable property unigeniture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1979B36-3DEA-2936-C875-89E646AD3818}"/>
              </a:ext>
            </a:extLst>
          </p:cNvPr>
          <p:cNvSpPr txBox="1"/>
          <p:nvPr/>
        </p:nvSpPr>
        <p:spPr>
          <a:xfrm>
            <a:off x="731407" y="2950836"/>
            <a:ext cx="957308" cy="293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800" dirty="0">
                <a:latin typeface="Helvetica" pitchFamily="2" charset="0"/>
                <a:cs typeface="Arial" panose="020B0604020202020204" pitchFamily="34" charset="0"/>
              </a:rPr>
              <a:t>Large domestic animals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6294EBA-7C53-3CE0-F7AE-5981ECC458FC}"/>
              </a:ext>
            </a:extLst>
          </p:cNvPr>
          <p:cNvSpPr txBox="1"/>
          <p:nvPr/>
        </p:nvSpPr>
        <p:spPr>
          <a:xfrm>
            <a:off x="2036022" y="2225297"/>
            <a:ext cx="808549" cy="292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800" dirty="0">
                <a:latin typeface="Helvetica" pitchFamily="2" charset="0"/>
                <a:cs typeface="Arial" panose="020B0604020202020204" pitchFamily="34" charset="0"/>
              </a:rPr>
              <a:t>Real property unigeniture</a:t>
            </a:r>
          </a:p>
        </p:txBody>
      </p:sp>
      <p:pic>
        <p:nvPicPr>
          <p:cNvPr id="60" name="Graphic 59">
            <a:extLst>
              <a:ext uri="{FF2B5EF4-FFF2-40B4-BE49-F238E27FC236}">
                <a16:creationId xmlns:a16="http://schemas.microsoft.com/office/drawing/2014/main" id="{2B8D92E3-DBF5-3E1B-1242-1CCD487ABF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94235" y="2221670"/>
            <a:ext cx="299779" cy="299779"/>
          </a:xfrm>
          <a:prstGeom prst="rect">
            <a:avLst/>
          </a:prstGeom>
        </p:spPr>
      </p:pic>
      <p:sp>
        <p:nvSpPr>
          <p:cNvPr id="61" name="Oval 60">
            <a:extLst>
              <a:ext uri="{FF2B5EF4-FFF2-40B4-BE49-F238E27FC236}">
                <a16:creationId xmlns:a16="http://schemas.microsoft.com/office/drawing/2014/main" id="{D88C2184-19E2-9895-2093-537E0DE5FC4E}"/>
              </a:ext>
            </a:extLst>
          </p:cNvPr>
          <p:cNvSpPr/>
          <p:nvPr/>
        </p:nvSpPr>
        <p:spPr>
          <a:xfrm>
            <a:off x="982247" y="5234322"/>
            <a:ext cx="446678" cy="44667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2" name="Graphic 61">
            <a:extLst>
              <a:ext uri="{FF2B5EF4-FFF2-40B4-BE49-F238E27FC236}">
                <a16:creationId xmlns:a16="http://schemas.microsoft.com/office/drawing/2014/main" id="{ECFE724D-7D9E-D8E5-CBF4-FECF554F84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4345" y="5261638"/>
            <a:ext cx="386005" cy="386005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41084135-F093-26B0-9DCA-5165A5FA94DC}"/>
              </a:ext>
            </a:extLst>
          </p:cNvPr>
          <p:cNvSpPr txBox="1"/>
          <p:nvPr/>
        </p:nvSpPr>
        <p:spPr>
          <a:xfrm>
            <a:off x="855499" y="5666148"/>
            <a:ext cx="67197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Helvetica" pitchFamily="2" charset="0"/>
                <a:cs typeface="Arial" panose="020B0604020202020204" pitchFamily="34" charset="0"/>
              </a:rPr>
              <a:t>Agriculture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5B598F86-C057-322E-686B-412FB87231C4}"/>
              </a:ext>
            </a:extLst>
          </p:cNvPr>
          <p:cNvSpPr/>
          <p:nvPr/>
        </p:nvSpPr>
        <p:spPr>
          <a:xfrm>
            <a:off x="1792382" y="5234322"/>
            <a:ext cx="446678" cy="44667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45BBAA7-11D8-2E7D-9D99-622D71A8E47E}"/>
              </a:ext>
            </a:extLst>
          </p:cNvPr>
          <p:cNvSpPr txBox="1"/>
          <p:nvPr/>
        </p:nvSpPr>
        <p:spPr>
          <a:xfrm>
            <a:off x="1752005" y="5676310"/>
            <a:ext cx="539301" cy="292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800" dirty="0">
                <a:latin typeface="Helvetica" pitchFamily="2" charset="0"/>
                <a:cs typeface="Arial" panose="020B0604020202020204" pitchFamily="34" charset="0"/>
              </a:rPr>
              <a:t>Plough animals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547D4E80-6AA2-7360-608B-FB3987D581B7}"/>
              </a:ext>
            </a:extLst>
          </p:cNvPr>
          <p:cNvSpPr/>
          <p:nvPr/>
        </p:nvSpPr>
        <p:spPr>
          <a:xfrm>
            <a:off x="2602382" y="5234322"/>
            <a:ext cx="446678" cy="44667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654E398-3C1C-4BAC-F0FA-C33A01084FE6}"/>
              </a:ext>
            </a:extLst>
          </p:cNvPr>
          <p:cNvSpPr txBox="1"/>
          <p:nvPr/>
        </p:nvSpPr>
        <p:spPr>
          <a:xfrm>
            <a:off x="2418328" y="5677003"/>
            <a:ext cx="809713" cy="292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800" dirty="0">
                <a:latin typeface="Helvetica" pitchFamily="2" charset="0"/>
                <a:cs typeface="Arial" panose="020B0604020202020204" pitchFamily="34" charset="0"/>
              </a:rPr>
              <a:t>Real property unigeniture</a:t>
            </a:r>
          </a:p>
        </p:txBody>
      </p:sp>
      <p:pic>
        <p:nvPicPr>
          <p:cNvPr id="81" name="Graphic 80">
            <a:extLst>
              <a:ext uri="{FF2B5EF4-FFF2-40B4-BE49-F238E27FC236}">
                <a16:creationId xmlns:a16="http://schemas.microsoft.com/office/drawing/2014/main" id="{66A47154-2148-3948-4DD6-8EEE9CCA1B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3901" y="2561163"/>
            <a:ext cx="366892" cy="366892"/>
          </a:xfrm>
          <a:prstGeom prst="rect">
            <a:avLst/>
          </a:prstGeom>
        </p:spPr>
      </p:pic>
      <p:pic>
        <p:nvPicPr>
          <p:cNvPr id="83" name="Graphic 82">
            <a:extLst>
              <a:ext uri="{FF2B5EF4-FFF2-40B4-BE49-F238E27FC236}">
                <a16:creationId xmlns:a16="http://schemas.microsoft.com/office/drawing/2014/main" id="{C93873DC-6A2F-D552-3F07-E8E90F9F83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854176" y="5198170"/>
            <a:ext cx="332954" cy="536396"/>
          </a:xfrm>
          <a:prstGeom prst="rect">
            <a:avLst/>
          </a:prstGeom>
        </p:spPr>
      </p:pic>
      <p:sp>
        <p:nvSpPr>
          <p:cNvPr id="85" name="Oval 84">
            <a:extLst>
              <a:ext uri="{FF2B5EF4-FFF2-40B4-BE49-F238E27FC236}">
                <a16:creationId xmlns:a16="http://schemas.microsoft.com/office/drawing/2014/main" id="{D11278C0-9AFA-F01E-DF90-73C6D561107A}"/>
              </a:ext>
            </a:extLst>
          </p:cNvPr>
          <p:cNvSpPr/>
          <p:nvPr/>
        </p:nvSpPr>
        <p:spPr>
          <a:xfrm>
            <a:off x="3412800" y="5234322"/>
            <a:ext cx="446678" cy="44667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6" name="Graphic 85">
            <a:extLst>
              <a:ext uri="{FF2B5EF4-FFF2-40B4-BE49-F238E27FC236}">
                <a16:creationId xmlns:a16="http://schemas.microsoft.com/office/drawing/2014/main" id="{B9708A3C-BDE8-3C04-740F-4D6113D45B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92919" y="5307771"/>
            <a:ext cx="299779" cy="299779"/>
          </a:xfrm>
          <a:prstGeom prst="rect">
            <a:avLst/>
          </a:prstGeom>
        </p:spPr>
      </p:pic>
      <p:sp>
        <p:nvSpPr>
          <p:cNvPr id="87" name="TextBox 86">
            <a:extLst>
              <a:ext uri="{FF2B5EF4-FFF2-40B4-BE49-F238E27FC236}">
                <a16:creationId xmlns:a16="http://schemas.microsoft.com/office/drawing/2014/main" id="{9058B646-4DCA-AE1C-C623-0EC9B11ECE10}"/>
              </a:ext>
            </a:extLst>
          </p:cNvPr>
          <p:cNvSpPr txBox="1"/>
          <p:nvPr/>
        </p:nvSpPr>
        <p:spPr>
          <a:xfrm>
            <a:off x="3325709" y="5653832"/>
            <a:ext cx="62388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Helvetica" pitchFamily="2" charset="0"/>
                <a:cs typeface="Arial" panose="020B0604020202020204" pitchFamily="34" charset="0"/>
              </a:rPr>
              <a:t>Inequality</a:t>
            </a: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CEB08FFC-E553-E801-663B-20E63463B71C}"/>
              </a:ext>
            </a:extLst>
          </p:cNvPr>
          <p:cNvSpPr/>
          <p:nvPr/>
        </p:nvSpPr>
        <p:spPr>
          <a:xfrm>
            <a:off x="982382" y="3452538"/>
            <a:ext cx="446678" cy="44667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6" name="Graphic 95">
            <a:extLst>
              <a:ext uri="{FF2B5EF4-FFF2-40B4-BE49-F238E27FC236}">
                <a16:creationId xmlns:a16="http://schemas.microsoft.com/office/drawing/2014/main" id="{78F985AA-6E46-B255-88E5-0524AED105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3901" y="3482874"/>
            <a:ext cx="386005" cy="386005"/>
          </a:xfrm>
          <a:prstGeom prst="rect">
            <a:avLst/>
          </a:prstGeom>
        </p:spPr>
      </p:pic>
      <p:sp>
        <p:nvSpPr>
          <p:cNvPr id="98" name="TextBox 97">
            <a:extLst>
              <a:ext uri="{FF2B5EF4-FFF2-40B4-BE49-F238E27FC236}">
                <a16:creationId xmlns:a16="http://schemas.microsoft.com/office/drawing/2014/main" id="{716B342C-EDE6-D55B-3E4E-6A4C845BCBC6}"/>
              </a:ext>
            </a:extLst>
          </p:cNvPr>
          <p:cNvSpPr txBox="1"/>
          <p:nvPr/>
        </p:nvSpPr>
        <p:spPr>
          <a:xfrm>
            <a:off x="862500" y="3883429"/>
            <a:ext cx="67197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Helvetica" pitchFamily="2" charset="0"/>
                <a:cs typeface="Arial" panose="020B0604020202020204" pitchFamily="34" charset="0"/>
              </a:rPr>
              <a:t>Agriculture</a:t>
            </a: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4640151C-B690-CADC-41BD-A51E79EBA81B}"/>
              </a:ext>
            </a:extLst>
          </p:cNvPr>
          <p:cNvSpPr/>
          <p:nvPr/>
        </p:nvSpPr>
        <p:spPr>
          <a:xfrm>
            <a:off x="1792382" y="3452538"/>
            <a:ext cx="446678" cy="44667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E39EB33-8748-20B9-D0D5-26213787B884}"/>
              </a:ext>
            </a:extLst>
          </p:cNvPr>
          <p:cNvSpPr txBox="1"/>
          <p:nvPr/>
        </p:nvSpPr>
        <p:spPr>
          <a:xfrm>
            <a:off x="1608906" y="3899097"/>
            <a:ext cx="832114" cy="292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800" dirty="0">
                <a:latin typeface="Helvetica" pitchFamily="2" charset="0"/>
                <a:cs typeface="Arial" panose="020B0604020202020204" pitchFamily="34" charset="0"/>
              </a:rPr>
              <a:t>Patrilineal descent</a:t>
            </a:r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C5A7FF33-1060-1E91-D68B-56111F974DD4}"/>
              </a:ext>
            </a:extLst>
          </p:cNvPr>
          <p:cNvSpPr/>
          <p:nvPr/>
        </p:nvSpPr>
        <p:spPr>
          <a:xfrm>
            <a:off x="2602382" y="3452538"/>
            <a:ext cx="446678" cy="44667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33688509-3054-D740-FC56-C72B97C432F9}"/>
              </a:ext>
            </a:extLst>
          </p:cNvPr>
          <p:cNvSpPr txBox="1"/>
          <p:nvPr/>
        </p:nvSpPr>
        <p:spPr>
          <a:xfrm>
            <a:off x="2276299" y="3897322"/>
            <a:ext cx="1125274" cy="1944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800" dirty="0">
                <a:latin typeface="Helvetica" pitchFamily="2" charset="0"/>
                <a:cs typeface="Arial" panose="020B0604020202020204" pitchFamily="34" charset="0"/>
              </a:rPr>
              <a:t>Monogamy</a:t>
            </a: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1D70F6DC-D1D0-1DB4-6A86-39916DA5D145}"/>
              </a:ext>
            </a:extLst>
          </p:cNvPr>
          <p:cNvSpPr/>
          <p:nvPr/>
        </p:nvSpPr>
        <p:spPr>
          <a:xfrm>
            <a:off x="3412382" y="3452538"/>
            <a:ext cx="446678" cy="44667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8" name="Graphic 107">
            <a:extLst>
              <a:ext uri="{FF2B5EF4-FFF2-40B4-BE49-F238E27FC236}">
                <a16:creationId xmlns:a16="http://schemas.microsoft.com/office/drawing/2014/main" id="{2C942EB3-EB1F-07A5-CB28-0C10572DD5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94302" y="3530526"/>
            <a:ext cx="299779" cy="299779"/>
          </a:xfrm>
          <a:prstGeom prst="rect">
            <a:avLst/>
          </a:prstGeom>
        </p:spPr>
      </p:pic>
      <p:sp>
        <p:nvSpPr>
          <p:cNvPr id="109" name="TextBox 108">
            <a:extLst>
              <a:ext uri="{FF2B5EF4-FFF2-40B4-BE49-F238E27FC236}">
                <a16:creationId xmlns:a16="http://schemas.microsoft.com/office/drawing/2014/main" id="{13FD65CB-93C2-3BC8-63E9-BF83FA3AB0FD}"/>
              </a:ext>
            </a:extLst>
          </p:cNvPr>
          <p:cNvSpPr txBox="1"/>
          <p:nvPr/>
        </p:nvSpPr>
        <p:spPr>
          <a:xfrm>
            <a:off x="3323775" y="3872472"/>
            <a:ext cx="6238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Helvetica" pitchFamily="2" charset="0"/>
                <a:cs typeface="Arial" panose="020B0604020202020204" pitchFamily="34" charset="0"/>
              </a:rPr>
              <a:t>Inequality</a:t>
            </a:r>
          </a:p>
        </p:txBody>
      </p:sp>
      <p:pic>
        <p:nvPicPr>
          <p:cNvPr id="113" name="Graphic 112">
            <a:extLst>
              <a:ext uri="{FF2B5EF4-FFF2-40B4-BE49-F238E27FC236}">
                <a16:creationId xmlns:a16="http://schemas.microsoft.com/office/drawing/2014/main" id="{209FFDC4-0966-BAFB-B773-401923741A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679546" y="3520931"/>
            <a:ext cx="300780" cy="300780"/>
          </a:xfrm>
          <a:prstGeom prst="rect">
            <a:avLst/>
          </a:prstGeom>
        </p:spPr>
      </p:pic>
      <p:sp>
        <p:nvSpPr>
          <p:cNvPr id="118" name="Oval 117">
            <a:extLst>
              <a:ext uri="{FF2B5EF4-FFF2-40B4-BE49-F238E27FC236}">
                <a16:creationId xmlns:a16="http://schemas.microsoft.com/office/drawing/2014/main" id="{772562C8-3E74-13F3-959C-514A391C080F}"/>
              </a:ext>
            </a:extLst>
          </p:cNvPr>
          <p:cNvSpPr/>
          <p:nvPr/>
        </p:nvSpPr>
        <p:spPr>
          <a:xfrm>
            <a:off x="982382" y="4338076"/>
            <a:ext cx="446678" cy="44667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9" name="Graphic 118">
            <a:extLst>
              <a:ext uri="{FF2B5EF4-FFF2-40B4-BE49-F238E27FC236}">
                <a16:creationId xmlns:a16="http://schemas.microsoft.com/office/drawing/2014/main" id="{B68CA9D9-F519-90FF-A546-37AE332349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0267" y="4375372"/>
            <a:ext cx="386005" cy="386005"/>
          </a:xfrm>
          <a:prstGeom prst="rect">
            <a:avLst/>
          </a:prstGeom>
        </p:spPr>
      </p:pic>
      <p:sp>
        <p:nvSpPr>
          <p:cNvPr id="121" name="TextBox 120">
            <a:extLst>
              <a:ext uri="{FF2B5EF4-FFF2-40B4-BE49-F238E27FC236}">
                <a16:creationId xmlns:a16="http://schemas.microsoft.com/office/drawing/2014/main" id="{CE747C05-4B3A-CD31-CDB1-BC66412AD398}"/>
              </a:ext>
            </a:extLst>
          </p:cNvPr>
          <p:cNvSpPr txBox="1"/>
          <p:nvPr/>
        </p:nvSpPr>
        <p:spPr>
          <a:xfrm>
            <a:off x="862500" y="4750875"/>
            <a:ext cx="67197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Helvetica" pitchFamily="2" charset="0"/>
                <a:cs typeface="Arial" panose="020B0604020202020204" pitchFamily="34" charset="0"/>
              </a:rPr>
              <a:t>Agriculture</a:t>
            </a:r>
          </a:p>
        </p:txBody>
      </p:sp>
      <p:sp>
        <p:nvSpPr>
          <p:cNvPr id="125" name="Oval 124">
            <a:extLst>
              <a:ext uri="{FF2B5EF4-FFF2-40B4-BE49-F238E27FC236}">
                <a16:creationId xmlns:a16="http://schemas.microsoft.com/office/drawing/2014/main" id="{E07B2F4B-123A-B1F4-95A7-2AE8DA0A801F}"/>
              </a:ext>
            </a:extLst>
          </p:cNvPr>
          <p:cNvSpPr/>
          <p:nvPr/>
        </p:nvSpPr>
        <p:spPr>
          <a:xfrm>
            <a:off x="2199600" y="4338076"/>
            <a:ext cx="446678" cy="44667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B070D928-E214-644A-97E2-B3DF4F968B99}"/>
              </a:ext>
            </a:extLst>
          </p:cNvPr>
          <p:cNvSpPr txBox="1"/>
          <p:nvPr/>
        </p:nvSpPr>
        <p:spPr>
          <a:xfrm>
            <a:off x="2084030" y="4765520"/>
            <a:ext cx="697038" cy="292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800" dirty="0">
                <a:latin typeface="Helvetica" pitchFamily="2" charset="0"/>
                <a:cs typeface="Arial" panose="020B0604020202020204" pitchFamily="34" charset="0"/>
              </a:rPr>
              <a:t>Population size</a:t>
            </a:r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B149EACB-776E-A9FC-3060-A8BB9A9A8C43}"/>
              </a:ext>
            </a:extLst>
          </p:cNvPr>
          <p:cNvSpPr/>
          <p:nvPr/>
        </p:nvSpPr>
        <p:spPr>
          <a:xfrm>
            <a:off x="3412800" y="4338076"/>
            <a:ext cx="446678" cy="44667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1" name="Graphic 130">
            <a:extLst>
              <a:ext uri="{FF2B5EF4-FFF2-40B4-BE49-F238E27FC236}">
                <a16:creationId xmlns:a16="http://schemas.microsoft.com/office/drawing/2014/main" id="{27A1E211-5E22-F279-CD16-986104ED76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94016" y="4411525"/>
            <a:ext cx="299779" cy="299779"/>
          </a:xfrm>
          <a:prstGeom prst="rect">
            <a:avLst/>
          </a:prstGeom>
        </p:spPr>
      </p:pic>
      <p:sp>
        <p:nvSpPr>
          <p:cNvPr id="132" name="TextBox 131">
            <a:extLst>
              <a:ext uri="{FF2B5EF4-FFF2-40B4-BE49-F238E27FC236}">
                <a16:creationId xmlns:a16="http://schemas.microsoft.com/office/drawing/2014/main" id="{390AA272-4A7F-0553-C641-5E81D9BB71F2}"/>
              </a:ext>
            </a:extLst>
          </p:cNvPr>
          <p:cNvSpPr txBox="1"/>
          <p:nvPr/>
        </p:nvSpPr>
        <p:spPr>
          <a:xfrm>
            <a:off x="3325709" y="4743808"/>
            <a:ext cx="62388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Helvetica" pitchFamily="2" charset="0"/>
                <a:cs typeface="Arial" panose="020B0604020202020204" pitchFamily="34" charset="0"/>
              </a:rPr>
              <a:t>Inequality</a:t>
            </a:r>
          </a:p>
        </p:txBody>
      </p:sp>
      <p:pic>
        <p:nvPicPr>
          <p:cNvPr id="134" name="Graphic 133">
            <a:extLst>
              <a:ext uri="{FF2B5EF4-FFF2-40B4-BE49-F238E27FC236}">
                <a16:creationId xmlns:a16="http://schemas.microsoft.com/office/drawing/2014/main" id="{D63C0EA1-782F-7764-257F-9460082726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50300" y="4393185"/>
            <a:ext cx="350377" cy="350377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9149DFF-C107-ADAD-63B5-9518F57ECA63}"/>
              </a:ext>
            </a:extLst>
          </p:cNvPr>
          <p:cNvCxnSpPr>
            <a:stCxn id="6" idx="6"/>
            <a:endCxn id="23" idx="2"/>
          </p:cNvCxnSpPr>
          <p:nvPr/>
        </p:nvCxnSpPr>
        <p:spPr>
          <a:xfrm>
            <a:off x="1428925" y="1167724"/>
            <a:ext cx="1983875" cy="0"/>
          </a:xfrm>
          <a:prstGeom prst="line">
            <a:avLst/>
          </a:prstGeom>
          <a:ln w="25400">
            <a:headEnd type="none" w="med" len="med"/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2A76E98-6025-6050-612F-ABAC40B7F030}"/>
              </a:ext>
            </a:extLst>
          </p:cNvPr>
          <p:cNvCxnSpPr>
            <a:cxnSpLocks/>
            <a:stCxn id="61" idx="6"/>
            <a:endCxn id="65" idx="2"/>
          </p:cNvCxnSpPr>
          <p:nvPr/>
        </p:nvCxnSpPr>
        <p:spPr>
          <a:xfrm>
            <a:off x="1428925" y="5457661"/>
            <a:ext cx="363457" cy="0"/>
          </a:xfrm>
          <a:prstGeom prst="line">
            <a:avLst/>
          </a:prstGeom>
          <a:ln w="25400">
            <a:headEnd type="none" w="med" len="med"/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DC456CF9-E338-912B-C31D-C9CEE246D1E2}"/>
              </a:ext>
            </a:extLst>
          </p:cNvPr>
          <p:cNvCxnSpPr>
            <a:cxnSpLocks/>
            <a:stCxn id="118" idx="6"/>
            <a:endCxn id="125" idx="2"/>
          </p:cNvCxnSpPr>
          <p:nvPr/>
        </p:nvCxnSpPr>
        <p:spPr>
          <a:xfrm>
            <a:off x="1429060" y="4561415"/>
            <a:ext cx="770540" cy="0"/>
          </a:xfrm>
          <a:prstGeom prst="line">
            <a:avLst/>
          </a:prstGeom>
          <a:ln w="25400">
            <a:headEnd type="none" w="med" len="med"/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7161E1B3-5EEC-EA37-7A11-EF81D2431A3F}"/>
              </a:ext>
            </a:extLst>
          </p:cNvPr>
          <p:cNvCxnSpPr>
            <a:cxnSpLocks/>
            <a:stCxn id="125" idx="6"/>
            <a:endCxn id="130" idx="2"/>
          </p:cNvCxnSpPr>
          <p:nvPr/>
        </p:nvCxnSpPr>
        <p:spPr>
          <a:xfrm>
            <a:off x="2646278" y="4561415"/>
            <a:ext cx="766522" cy="0"/>
          </a:xfrm>
          <a:prstGeom prst="line">
            <a:avLst/>
          </a:prstGeom>
          <a:ln w="25400">
            <a:headEnd type="none" w="med" len="med"/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94" name="Graphic 93">
            <a:extLst>
              <a:ext uri="{FF2B5EF4-FFF2-40B4-BE49-F238E27FC236}">
                <a16:creationId xmlns:a16="http://schemas.microsoft.com/office/drawing/2014/main" id="{60DF60C2-DA50-E696-FE8F-71F02676F6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46584" y="3551605"/>
            <a:ext cx="358590" cy="358590"/>
          </a:xfrm>
          <a:prstGeom prst="rect">
            <a:avLst/>
          </a:prstGeom>
        </p:spPr>
      </p:pic>
      <p:pic>
        <p:nvPicPr>
          <p:cNvPr id="103" name="Graphic 102">
            <a:extLst>
              <a:ext uri="{FF2B5EF4-FFF2-40B4-BE49-F238E27FC236}">
                <a16:creationId xmlns:a16="http://schemas.microsoft.com/office/drawing/2014/main" id="{608F9BBD-4161-3CD7-27BD-A1AE55EFB9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654628" y="5338662"/>
            <a:ext cx="358590" cy="358590"/>
          </a:xfrm>
          <a:prstGeom prst="rect">
            <a:avLst/>
          </a:prstGeom>
        </p:spPr>
      </p:pic>
      <p:pic>
        <p:nvPicPr>
          <p:cNvPr id="105" name="Graphic 104">
            <a:extLst>
              <a:ext uri="{FF2B5EF4-FFF2-40B4-BE49-F238E27FC236}">
                <a16:creationId xmlns:a16="http://schemas.microsoft.com/office/drawing/2014/main" id="{8408A3B5-8F7F-DFDA-9282-560C8F80FF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263085" y="2628082"/>
            <a:ext cx="358590" cy="358590"/>
          </a:xfrm>
          <a:prstGeom prst="rect">
            <a:avLst/>
          </a:prstGeom>
        </p:spPr>
      </p:pic>
      <p:pic>
        <p:nvPicPr>
          <p:cNvPr id="110" name="Graphic 109">
            <a:extLst>
              <a:ext uri="{FF2B5EF4-FFF2-40B4-BE49-F238E27FC236}">
                <a16:creationId xmlns:a16="http://schemas.microsoft.com/office/drawing/2014/main" id="{9B16E380-44D0-B3B2-77AC-2567510632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263085" y="1907548"/>
            <a:ext cx="358590" cy="358590"/>
          </a:xfrm>
          <a:prstGeom prst="rect">
            <a:avLst/>
          </a:prstGeom>
        </p:spPr>
      </p:pic>
      <p:pic>
        <p:nvPicPr>
          <p:cNvPr id="114" name="Graphic 113">
            <a:extLst>
              <a:ext uri="{FF2B5EF4-FFF2-40B4-BE49-F238E27FC236}">
                <a16:creationId xmlns:a16="http://schemas.microsoft.com/office/drawing/2014/main" id="{5DFCD3B8-DE1E-63D9-B09D-9A457F01B9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69571" y="3509894"/>
            <a:ext cx="161427" cy="161427"/>
          </a:xfrm>
          <a:prstGeom prst="rect">
            <a:avLst/>
          </a:prstGeom>
        </p:spPr>
      </p:pic>
      <p:pic>
        <p:nvPicPr>
          <p:cNvPr id="116" name="Graphic 115">
            <a:extLst>
              <a:ext uri="{FF2B5EF4-FFF2-40B4-BE49-F238E27FC236}">
                <a16:creationId xmlns:a16="http://schemas.microsoft.com/office/drawing/2014/main" id="{430B849D-C555-2C30-DFEB-3541F7A884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792600" y="5286347"/>
            <a:ext cx="175653" cy="175653"/>
          </a:xfrm>
          <a:prstGeom prst="rect">
            <a:avLst/>
          </a:prstGeom>
        </p:spPr>
      </p:pic>
      <p:pic>
        <p:nvPicPr>
          <p:cNvPr id="122" name="Graphic 121">
            <a:extLst>
              <a:ext uri="{FF2B5EF4-FFF2-40B4-BE49-F238E27FC236}">
                <a16:creationId xmlns:a16="http://schemas.microsoft.com/office/drawing/2014/main" id="{013197F3-58D0-E7F2-29DB-28BC4DFD4E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355192" y="1850208"/>
            <a:ext cx="175653" cy="175653"/>
          </a:xfrm>
          <a:prstGeom prst="rect">
            <a:avLst/>
          </a:prstGeom>
        </p:spPr>
      </p:pic>
      <p:pic>
        <p:nvPicPr>
          <p:cNvPr id="128" name="Graphic 127">
            <a:extLst>
              <a:ext uri="{FF2B5EF4-FFF2-40B4-BE49-F238E27FC236}">
                <a16:creationId xmlns:a16="http://schemas.microsoft.com/office/drawing/2014/main" id="{B8D81DBA-1770-15FC-EA6D-DC48FA6906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293686" y="2589935"/>
            <a:ext cx="123390" cy="123390"/>
          </a:xfrm>
          <a:prstGeom prst="rect">
            <a:avLst/>
          </a:prstGeom>
        </p:spPr>
      </p:pic>
      <p:pic>
        <p:nvPicPr>
          <p:cNvPr id="135" name="Graphic 134">
            <a:extLst>
              <a:ext uri="{FF2B5EF4-FFF2-40B4-BE49-F238E27FC236}">
                <a16:creationId xmlns:a16="http://schemas.microsoft.com/office/drawing/2014/main" id="{5FB7658B-2BB3-A333-2253-0251FF79EB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2615" t="8371" r="4700" b="11346"/>
          <a:stretch>
            <a:fillRect/>
          </a:stretch>
        </p:blipFill>
        <p:spPr>
          <a:xfrm>
            <a:off x="2423425" y="2589935"/>
            <a:ext cx="180219" cy="156104"/>
          </a:xfrm>
          <a:prstGeom prst="rect">
            <a:avLst/>
          </a:prstGeom>
        </p:spPr>
      </p:pic>
      <p:sp>
        <p:nvSpPr>
          <p:cNvPr id="138" name="TextBox 137">
            <a:extLst>
              <a:ext uri="{FF2B5EF4-FFF2-40B4-BE49-F238E27FC236}">
                <a16:creationId xmlns:a16="http://schemas.microsoft.com/office/drawing/2014/main" id="{B401D30B-E235-A557-B62F-B6BC81E5F6E4}"/>
              </a:ext>
            </a:extLst>
          </p:cNvPr>
          <p:cNvSpPr txBox="1"/>
          <p:nvPr/>
        </p:nvSpPr>
        <p:spPr>
          <a:xfrm>
            <a:off x="612178" y="1026873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Helvetica" pitchFamily="2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BFDB5872-F2B4-637C-19A8-D75FD837DFBF}"/>
              </a:ext>
            </a:extLst>
          </p:cNvPr>
          <p:cNvSpPr txBox="1"/>
          <p:nvPr/>
        </p:nvSpPr>
        <p:spPr>
          <a:xfrm>
            <a:off x="612178" y="2231222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Helvetica" pitchFamily="2" charset="0"/>
                <a:cs typeface="Arial" panose="020B0604020202020204" pitchFamily="34" charset="0"/>
              </a:rPr>
              <a:t>b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D28A5FDC-1127-005F-3F89-76FFDE7D75DA}"/>
              </a:ext>
            </a:extLst>
          </p:cNvPr>
          <p:cNvSpPr txBox="1"/>
          <p:nvPr/>
        </p:nvSpPr>
        <p:spPr>
          <a:xfrm>
            <a:off x="612178" y="3537204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Helvetica" pitchFamily="2" charset="0"/>
                <a:cs typeface="Arial" panose="020B0604020202020204" pitchFamily="34" charset="0"/>
              </a:rPr>
              <a:t>c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2F9CA4C9-A3BD-49C3-6457-6830D8CC4747}"/>
              </a:ext>
            </a:extLst>
          </p:cNvPr>
          <p:cNvSpPr txBox="1"/>
          <p:nvPr/>
        </p:nvSpPr>
        <p:spPr>
          <a:xfrm>
            <a:off x="612178" y="4438773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Helvetica" pitchFamily="2" charset="0"/>
                <a:cs typeface="Arial" panose="020B0604020202020204" pitchFamily="34" charset="0"/>
              </a:rPr>
              <a:t>d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08CB6973-8A03-745E-DC6F-E50E85D63D69}"/>
              </a:ext>
            </a:extLst>
          </p:cNvPr>
          <p:cNvSpPr txBox="1"/>
          <p:nvPr/>
        </p:nvSpPr>
        <p:spPr>
          <a:xfrm>
            <a:off x="614244" y="5327615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Helvetica" pitchFamily="2" charset="0"/>
                <a:cs typeface="Arial" panose="020B0604020202020204" pitchFamily="34" charset="0"/>
              </a:rPr>
              <a:t>e</a:t>
            </a:r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349986A6-E6DC-E530-0483-D079298DE6EB}"/>
              </a:ext>
            </a:extLst>
          </p:cNvPr>
          <p:cNvSpPr/>
          <p:nvPr/>
        </p:nvSpPr>
        <p:spPr>
          <a:xfrm>
            <a:off x="4778086" y="943200"/>
            <a:ext cx="446678" cy="44667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Oval 177">
            <a:extLst>
              <a:ext uri="{FF2B5EF4-FFF2-40B4-BE49-F238E27FC236}">
                <a16:creationId xmlns:a16="http://schemas.microsoft.com/office/drawing/2014/main" id="{151FFE49-FD05-DB35-FFF0-C15D4275920C}"/>
              </a:ext>
            </a:extLst>
          </p:cNvPr>
          <p:cNvSpPr/>
          <p:nvPr/>
        </p:nvSpPr>
        <p:spPr>
          <a:xfrm>
            <a:off x="5588086" y="943200"/>
            <a:ext cx="446678" cy="44667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0" name="Oval 179">
            <a:extLst>
              <a:ext uri="{FF2B5EF4-FFF2-40B4-BE49-F238E27FC236}">
                <a16:creationId xmlns:a16="http://schemas.microsoft.com/office/drawing/2014/main" id="{D0BA913D-4A63-85A2-C06D-0A15269A5021}"/>
              </a:ext>
            </a:extLst>
          </p:cNvPr>
          <p:cNvSpPr/>
          <p:nvPr/>
        </p:nvSpPr>
        <p:spPr>
          <a:xfrm>
            <a:off x="6398086" y="943200"/>
            <a:ext cx="446678" cy="44667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1" name="Graphic 180">
            <a:extLst>
              <a:ext uri="{FF2B5EF4-FFF2-40B4-BE49-F238E27FC236}">
                <a16:creationId xmlns:a16="http://schemas.microsoft.com/office/drawing/2014/main" id="{BB0D9697-A444-448A-15F7-A09B928C06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82338" y="1020987"/>
            <a:ext cx="299779" cy="299779"/>
          </a:xfrm>
          <a:prstGeom prst="rect">
            <a:avLst/>
          </a:prstGeom>
        </p:spPr>
      </p:pic>
      <p:sp>
        <p:nvSpPr>
          <p:cNvPr id="182" name="TextBox 181">
            <a:extLst>
              <a:ext uri="{FF2B5EF4-FFF2-40B4-BE49-F238E27FC236}">
                <a16:creationId xmlns:a16="http://schemas.microsoft.com/office/drawing/2014/main" id="{F1156A60-9158-C79F-CEFB-590A8144F912}"/>
              </a:ext>
            </a:extLst>
          </p:cNvPr>
          <p:cNvSpPr txBox="1"/>
          <p:nvPr/>
        </p:nvSpPr>
        <p:spPr>
          <a:xfrm>
            <a:off x="6306943" y="1353270"/>
            <a:ext cx="62388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Helvetica" pitchFamily="2" charset="0"/>
                <a:cs typeface="Arial" panose="020B0604020202020204" pitchFamily="34" charset="0"/>
              </a:rPr>
              <a:t>Inequality</a:t>
            </a: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3CBCD285-AFF6-46D1-94ED-B858A1BEFF45}"/>
              </a:ext>
            </a:extLst>
          </p:cNvPr>
          <p:cNvSpPr txBox="1"/>
          <p:nvPr/>
        </p:nvSpPr>
        <p:spPr>
          <a:xfrm>
            <a:off x="4409948" y="1043767"/>
            <a:ext cx="2359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Helvetica" pitchFamily="2" charset="0"/>
                <a:cs typeface="Arial" panose="020B0604020202020204" pitchFamily="34" charset="0"/>
              </a:rPr>
              <a:t>f</a:t>
            </a: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B4B698BD-F506-313B-3800-BBC9A37DAB75}"/>
              </a:ext>
            </a:extLst>
          </p:cNvPr>
          <p:cNvSpPr txBox="1"/>
          <p:nvPr/>
        </p:nvSpPr>
        <p:spPr>
          <a:xfrm>
            <a:off x="4656344" y="1374982"/>
            <a:ext cx="697038" cy="292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800" dirty="0">
                <a:latin typeface="Helvetica" pitchFamily="2" charset="0"/>
                <a:cs typeface="Arial" panose="020B0604020202020204" pitchFamily="34" charset="0"/>
              </a:rPr>
              <a:t>Population size</a:t>
            </a:r>
          </a:p>
        </p:txBody>
      </p:sp>
      <p:pic>
        <p:nvPicPr>
          <p:cNvPr id="189" name="Graphic 188">
            <a:extLst>
              <a:ext uri="{FF2B5EF4-FFF2-40B4-BE49-F238E27FC236}">
                <a16:creationId xmlns:a16="http://schemas.microsoft.com/office/drawing/2014/main" id="{05E162B6-49FF-4F8A-155E-3AA3484519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26804" y="1002647"/>
            <a:ext cx="350377" cy="350377"/>
          </a:xfrm>
          <a:prstGeom prst="rect">
            <a:avLst/>
          </a:prstGeom>
        </p:spPr>
      </p:pic>
      <p:sp>
        <p:nvSpPr>
          <p:cNvPr id="190" name="TextBox 189">
            <a:extLst>
              <a:ext uri="{FF2B5EF4-FFF2-40B4-BE49-F238E27FC236}">
                <a16:creationId xmlns:a16="http://schemas.microsoft.com/office/drawing/2014/main" id="{B8454563-CA5C-EF27-067A-61953467E5F5}"/>
              </a:ext>
            </a:extLst>
          </p:cNvPr>
          <p:cNvSpPr txBox="1"/>
          <p:nvPr/>
        </p:nvSpPr>
        <p:spPr>
          <a:xfrm>
            <a:off x="5467225" y="1353270"/>
            <a:ext cx="6960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Helvetica" pitchFamily="2" charset="0"/>
                <a:cs typeface="Arial" panose="020B0604020202020204" pitchFamily="34" charset="0"/>
              </a:rPr>
              <a:t>Leadership</a:t>
            </a:r>
          </a:p>
        </p:txBody>
      </p:sp>
      <p:pic>
        <p:nvPicPr>
          <p:cNvPr id="192" name="Graphic 191">
            <a:extLst>
              <a:ext uri="{FF2B5EF4-FFF2-40B4-BE49-F238E27FC236}">
                <a16:creationId xmlns:a16="http://schemas.microsoft.com/office/drawing/2014/main" id="{82A62E0B-46F6-0520-F8B0-24EF3E6F9C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687670" y="1021552"/>
            <a:ext cx="277966" cy="277966"/>
          </a:xfrm>
          <a:prstGeom prst="rect">
            <a:avLst/>
          </a:prstGeom>
        </p:spPr>
      </p:pic>
      <p:sp>
        <p:nvSpPr>
          <p:cNvPr id="195" name="Oval 194">
            <a:extLst>
              <a:ext uri="{FF2B5EF4-FFF2-40B4-BE49-F238E27FC236}">
                <a16:creationId xmlns:a16="http://schemas.microsoft.com/office/drawing/2014/main" id="{BBCB7C04-D0D2-38F0-E694-B042FDFAF6AC}"/>
              </a:ext>
            </a:extLst>
          </p:cNvPr>
          <p:cNvSpPr/>
          <p:nvPr/>
        </p:nvSpPr>
        <p:spPr>
          <a:xfrm>
            <a:off x="4776867" y="1759934"/>
            <a:ext cx="446678" cy="44667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F25F660C-A59C-4ED6-4A71-2E00E44F18F5}"/>
              </a:ext>
            </a:extLst>
          </p:cNvPr>
          <p:cNvSpPr txBox="1"/>
          <p:nvPr/>
        </p:nvSpPr>
        <p:spPr>
          <a:xfrm>
            <a:off x="4409948" y="1858265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Helvetica" pitchFamily="2" charset="0"/>
                <a:cs typeface="Arial" panose="020B0604020202020204" pitchFamily="34" charset="0"/>
              </a:rPr>
              <a:t>g</a:t>
            </a:r>
          </a:p>
        </p:txBody>
      </p:sp>
      <p:pic>
        <p:nvPicPr>
          <p:cNvPr id="207" name="Graphic 206">
            <a:extLst>
              <a:ext uri="{FF2B5EF4-FFF2-40B4-BE49-F238E27FC236}">
                <a16:creationId xmlns:a16="http://schemas.microsoft.com/office/drawing/2014/main" id="{EB60F229-4CD2-84F9-C53C-7F1AB97E4D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875538" y="1868491"/>
            <a:ext cx="254548" cy="254548"/>
          </a:xfrm>
          <a:prstGeom prst="rect">
            <a:avLst/>
          </a:prstGeom>
        </p:spPr>
      </p:pic>
      <p:sp>
        <p:nvSpPr>
          <p:cNvPr id="209" name="TextBox 208">
            <a:extLst>
              <a:ext uri="{FF2B5EF4-FFF2-40B4-BE49-F238E27FC236}">
                <a16:creationId xmlns:a16="http://schemas.microsoft.com/office/drawing/2014/main" id="{E234FF2C-6EFF-D817-CEB5-BE89FA522B00}"/>
              </a:ext>
            </a:extLst>
          </p:cNvPr>
          <p:cNvSpPr txBox="1"/>
          <p:nvPr/>
        </p:nvSpPr>
        <p:spPr>
          <a:xfrm>
            <a:off x="4656344" y="2191361"/>
            <a:ext cx="697038" cy="292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800" dirty="0">
                <a:latin typeface="Helvetica" pitchFamily="2" charset="0"/>
                <a:cs typeface="Arial" panose="020B0604020202020204" pitchFamily="34" charset="0"/>
              </a:rPr>
              <a:t>Intergroup conflict</a:t>
            </a:r>
          </a:p>
        </p:txBody>
      </p:sp>
      <p:sp>
        <p:nvSpPr>
          <p:cNvPr id="222" name="Oval 221">
            <a:extLst>
              <a:ext uri="{FF2B5EF4-FFF2-40B4-BE49-F238E27FC236}">
                <a16:creationId xmlns:a16="http://schemas.microsoft.com/office/drawing/2014/main" id="{4B3E0B19-A78E-F770-C356-1CB98DA5CE04}"/>
              </a:ext>
            </a:extLst>
          </p:cNvPr>
          <p:cNvSpPr/>
          <p:nvPr/>
        </p:nvSpPr>
        <p:spPr>
          <a:xfrm>
            <a:off x="5588086" y="1760136"/>
            <a:ext cx="446678" cy="44667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3" name="Oval 222">
            <a:extLst>
              <a:ext uri="{FF2B5EF4-FFF2-40B4-BE49-F238E27FC236}">
                <a16:creationId xmlns:a16="http://schemas.microsoft.com/office/drawing/2014/main" id="{873C8702-C509-5EEB-B30B-3D4467982A9A}"/>
              </a:ext>
            </a:extLst>
          </p:cNvPr>
          <p:cNvSpPr/>
          <p:nvPr/>
        </p:nvSpPr>
        <p:spPr>
          <a:xfrm>
            <a:off x="6398086" y="1757541"/>
            <a:ext cx="446678" cy="44667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4" name="Graphic 223">
            <a:extLst>
              <a:ext uri="{FF2B5EF4-FFF2-40B4-BE49-F238E27FC236}">
                <a16:creationId xmlns:a16="http://schemas.microsoft.com/office/drawing/2014/main" id="{30BD314E-909C-CE8A-7F01-CAC38D4BA8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5250" y="1833092"/>
            <a:ext cx="299779" cy="299779"/>
          </a:xfrm>
          <a:prstGeom prst="rect">
            <a:avLst/>
          </a:prstGeom>
        </p:spPr>
      </p:pic>
      <p:sp>
        <p:nvSpPr>
          <p:cNvPr id="225" name="TextBox 224">
            <a:extLst>
              <a:ext uri="{FF2B5EF4-FFF2-40B4-BE49-F238E27FC236}">
                <a16:creationId xmlns:a16="http://schemas.microsoft.com/office/drawing/2014/main" id="{44A07FAB-3878-CFA7-28EA-9E6447B417B2}"/>
              </a:ext>
            </a:extLst>
          </p:cNvPr>
          <p:cNvSpPr txBox="1"/>
          <p:nvPr/>
        </p:nvSpPr>
        <p:spPr>
          <a:xfrm>
            <a:off x="6306943" y="2165375"/>
            <a:ext cx="62388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Helvetica" pitchFamily="2" charset="0"/>
                <a:cs typeface="Arial" panose="020B0604020202020204" pitchFamily="34" charset="0"/>
              </a:rPr>
              <a:t>Inequality</a:t>
            </a:r>
          </a:p>
        </p:txBody>
      </p:sp>
      <p:sp>
        <p:nvSpPr>
          <p:cNvPr id="228" name="TextBox 227">
            <a:extLst>
              <a:ext uri="{FF2B5EF4-FFF2-40B4-BE49-F238E27FC236}">
                <a16:creationId xmlns:a16="http://schemas.microsoft.com/office/drawing/2014/main" id="{6E1B298F-E464-9CB9-B9B5-AC8E60B89297}"/>
              </a:ext>
            </a:extLst>
          </p:cNvPr>
          <p:cNvSpPr txBox="1"/>
          <p:nvPr/>
        </p:nvSpPr>
        <p:spPr>
          <a:xfrm>
            <a:off x="5467225" y="2165375"/>
            <a:ext cx="69602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Helvetica" pitchFamily="2" charset="0"/>
                <a:cs typeface="Arial" panose="020B0604020202020204" pitchFamily="34" charset="0"/>
              </a:rPr>
              <a:t>Leadership</a:t>
            </a:r>
          </a:p>
        </p:txBody>
      </p:sp>
      <p:pic>
        <p:nvPicPr>
          <p:cNvPr id="229" name="Graphic 228">
            <a:extLst>
              <a:ext uri="{FF2B5EF4-FFF2-40B4-BE49-F238E27FC236}">
                <a16:creationId xmlns:a16="http://schemas.microsoft.com/office/drawing/2014/main" id="{60CCC737-DB5F-F217-1B6D-A276B0B629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687670" y="1833657"/>
            <a:ext cx="277966" cy="277966"/>
          </a:xfrm>
          <a:prstGeom prst="rect">
            <a:avLst/>
          </a:prstGeom>
        </p:spPr>
      </p:pic>
      <p:sp>
        <p:nvSpPr>
          <p:cNvPr id="230" name="TextBox 229">
            <a:extLst>
              <a:ext uri="{FF2B5EF4-FFF2-40B4-BE49-F238E27FC236}">
                <a16:creationId xmlns:a16="http://schemas.microsoft.com/office/drawing/2014/main" id="{57EBBFD3-91D7-6648-7F43-538FA948585E}"/>
              </a:ext>
            </a:extLst>
          </p:cNvPr>
          <p:cNvSpPr txBox="1"/>
          <p:nvPr/>
        </p:nvSpPr>
        <p:spPr>
          <a:xfrm>
            <a:off x="621487" y="459025"/>
            <a:ext cx="18662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Helvetica" pitchFamily="2" charset="0"/>
              </a:rPr>
              <a:t>Agricultural models</a:t>
            </a: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3D8FD6F5-60C0-243A-2182-69F82E5B65FE}"/>
              </a:ext>
            </a:extLst>
          </p:cNvPr>
          <p:cNvSpPr txBox="1"/>
          <p:nvPr/>
        </p:nvSpPr>
        <p:spPr>
          <a:xfrm>
            <a:off x="4404216" y="459025"/>
            <a:ext cx="17956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Helvetica" pitchFamily="2" charset="0"/>
              </a:rPr>
              <a:t>Managerial models</a:t>
            </a:r>
          </a:p>
        </p:txBody>
      </p:sp>
      <p:sp>
        <p:nvSpPr>
          <p:cNvPr id="243" name="Oval 242">
            <a:extLst>
              <a:ext uri="{FF2B5EF4-FFF2-40B4-BE49-F238E27FC236}">
                <a16:creationId xmlns:a16="http://schemas.microsoft.com/office/drawing/2014/main" id="{7A2F4225-90BA-418C-FB5F-5DBFA335E96F}"/>
              </a:ext>
            </a:extLst>
          </p:cNvPr>
          <p:cNvSpPr/>
          <p:nvPr/>
        </p:nvSpPr>
        <p:spPr>
          <a:xfrm>
            <a:off x="4778086" y="3448800"/>
            <a:ext cx="446678" cy="44667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5" name="Oval 244">
            <a:extLst>
              <a:ext uri="{FF2B5EF4-FFF2-40B4-BE49-F238E27FC236}">
                <a16:creationId xmlns:a16="http://schemas.microsoft.com/office/drawing/2014/main" id="{12E0AEFD-E167-270D-DBA1-754F56CD7854}"/>
              </a:ext>
            </a:extLst>
          </p:cNvPr>
          <p:cNvSpPr/>
          <p:nvPr/>
        </p:nvSpPr>
        <p:spPr>
          <a:xfrm>
            <a:off x="6398086" y="3448800"/>
            <a:ext cx="446678" cy="44667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6" name="Graphic 245">
            <a:extLst>
              <a:ext uri="{FF2B5EF4-FFF2-40B4-BE49-F238E27FC236}">
                <a16:creationId xmlns:a16="http://schemas.microsoft.com/office/drawing/2014/main" id="{E7C205CA-010F-C883-CCA8-653F331308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82338" y="3528000"/>
            <a:ext cx="299779" cy="299779"/>
          </a:xfrm>
          <a:prstGeom prst="rect">
            <a:avLst/>
          </a:prstGeom>
        </p:spPr>
      </p:pic>
      <p:sp>
        <p:nvSpPr>
          <p:cNvPr id="247" name="TextBox 246">
            <a:extLst>
              <a:ext uri="{FF2B5EF4-FFF2-40B4-BE49-F238E27FC236}">
                <a16:creationId xmlns:a16="http://schemas.microsoft.com/office/drawing/2014/main" id="{81FEDE8E-A2A2-EE8C-30C2-EC268949C09E}"/>
              </a:ext>
            </a:extLst>
          </p:cNvPr>
          <p:cNvSpPr txBox="1"/>
          <p:nvPr/>
        </p:nvSpPr>
        <p:spPr>
          <a:xfrm>
            <a:off x="6306943" y="3859200"/>
            <a:ext cx="6238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Helvetica" pitchFamily="2" charset="0"/>
                <a:cs typeface="Arial" panose="020B0604020202020204" pitchFamily="34" charset="0"/>
              </a:rPr>
              <a:t>Inequality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1AE5EBDE-B177-57E2-A07E-E7259DB34F7A}"/>
              </a:ext>
            </a:extLst>
          </p:cNvPr>
          <p:cNvSpPr txBox="1"/>
          <p:nvPr/>
        </p:nvSpPr>
        <p:spPr>
          <a:xfrm>
            <a:off x="4409948" y="3549600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Helvetica" pitchFamily="2" charset="0"/>
                <a:cs typeface="Arial" panose="020B0604020202020204" pitchFamily="34" charset="0"/>
              </a:rPr>
              <a:t>h</a:t>
            </a: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67903C87-C914-044B-E055-8F9FAA25B785}"/>
              </a:ext>
            </a:extLst>
          </p:cNvPr>
          <p:cNvSpPr txBox="1"/>
          <p:nvPr/>
        </p:nvSpPr>
        <p:spPr>
          <a:xfrm>
            <a:off x="4586761" y="3880800"/>
            <a:ext cx="809434" cy="1944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800" dirty="0">
                <a:latin typeface="Helvetica" pitchFamily="2" charset="0"/>
                <a:cs typeface="Arial" panose="020B0604020202020204" pitchFamily="34" charset="0"/>
              </a:rPr>
              <a:t>Bridewealth</a:t>
            </a:r>
          </a:p>
        </p:txBody>
      </p:sp>
      <p:sp>
        <p:nvSpPr>
          <p:cNvPr id="255" name="Oval 254">
            <a:extLst>
              <a:ext uri="{FF2B5EF4-FFF2-40B4-BE49-F238E27FC236}">
                <a16:creationId xmlns:a16="http://schemas.microsoft.com/office/drawing/2014/main" id="{21F08DC5-D21F-8C35-96D3-2581F771F4EB}"/>
              </a:ext>
            </a:extLst>
          </p:cNvPr>
          <p:cNvSpPr/>
          <p:nvPr/>
        </p:nvSpPr>
        <p:spPr>
          <a:xfrm>
            <a:off x="4776867" y="4338000"/>
            <a:ext cx="446678" cy="44667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75593616-7500-AF68-7F02-D0DFD781C857}"/>
              </a:ext>
            </a:extLst>
          </p:cNvPr>
          <p:cNvSpPr txBox="1"/>
          <p:nvPr/>
        </p:nvSpPr>
        <p:spPr>
          <a:xfrm>
            <a:off x="4409948" y="4435200"/>
            <a:ext cx="2279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>
                <a:latin typeface="Helvetica" pitchFamily="2" charset="0"/>
                <a:cs typeface="Arial" panose="020B0604020202020204" pitchFamily="34" charset="0"/>
              </a:rPr>
              <a:t>i</a:t>
            </a:r>
            <a:endParaRPr lang="en-US" sz="1200" b="1" dirty="0">
              <a:latin typeface="Helvetica" pitchFamily="2" charset="0"/>
              <a:cs typeface="Arial" panose="020B0604020202020204" pitchFamily="34" charset="0"/>
            </a:endParaRP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72946B65-6C20-1493-876D-2D739445AB11}"/>
              </a:ext>
            </a:extLst>
          </p:cNvPr>
          <p:cNvSpPr txBox="1"/>
          <p:nvPr/>
        </p:nvSpPr>
        <p:spPr>
          <a:xfrm>
            <a:off x="4586896" y="4770000"/>
            <a:ext cx="810805" cy="292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800" dirty="0">
                <a:latin typeface="Helvetica" pitchFamily="2" charset="0"/>
                <a:cs typeface="Arial" panose="020B0604020202020204" pitchFamily="34" charset="0"/>
              </a:rPr>
              <a:t>Craft </a:t>
            </a:r>
            <a:r>
              <a:rPr lang="en-US" sz="800" dirty="0" err="1">
                <a:latin typeface="Helvetica" pitchFamily="2" charset="0"/>
                <a:cs typeface="Arial" panose="020B0604020202020204" pitchFamily="34" charset="0"/>
              </a:rPr>
              <a:t>specialisation</a:t>
            </a:r>
            <a:endParaRPr lang="en-US" sz="800" dirty="0">
              <a:latin typeface="Helvetica" pitchFamily="2" charset="0"/>
              <a:cs typeface="Arial" panose="020B0604020202020204" pitchFamily="34" charset="0"/>
            </a:endParaRPr>
          </a:p>
        </p:txBody>
      </p:sp>
      <p:sp>
        <p:nvSpPr>
          <p:cNvPr id="260" name="Oval 259">
            <a:extLst>
              <a:ext uri="{FF2B5EF4-FFF2-40B4-BE49-F238E27FC236}">
                <a16:creationId xmlns:a16="http://schemas.microsoft.com/office/drawing/2014/main" id="{9B2A9EC8-CEF1-8DD0-F4CE-E61096EF01C9}"/>
              </a:ext>
            </a:extLst>
          </p:cNvPr>
          <p:cNvSpPr/>
          <p:nvPr/>
        </p:nvSpPr>
        <p:spPr>
          <a:xfrm>
            <a:off x="6398086" y="4334400"/>
            <a:ext cx="446678" cy="44667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1" name="Graphic 260">
            <a:extLst>
              <a:ext uri="{FF2B5EF4-FFF2-40B4-BE49-F238E27FC236}">
                <a16:creationId xmlns:a16="http://schemas.microsoft.com/office/drawing/2014/main" id="{38F4BEDB-7F97-1A94-DD5A-9F0D769388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5250" y="4410000"/>
            <a:ext cx="299779" cy="299779"/>
          </a:xfrm>
          <a:prstGeom prst="rect">
            <a:avLst/>
          </a:prstGeom>
        </p:spPr>
      </p:pic>
      <p:sp>
        <p:nvSpPr>
          <p:cNvPr id="262" name="TextBox 261">
            <a:extLst>
              <a:ext uri="{FF2B5EF4-FFF2-40B4-BE49-F238E27FC236}">
                <a16:creationId xmlns:a16="http://schemas.microsoft.com/office/drawing/2014/main" id="{5C4932AA-727D-C646-1A9A-BAF471AB5FAD}"/>
              </a:ext>
            </a:extLst>
          </p:cNvPr>
          <p:cNvSpPr txBox="1"/>
          <p:nvPr/>
        </p:nvSpPr>
        <p:spPr>
          <a:xfrm>
            <a:off x="6306943" y="4744800"/>
            <a:ext cx="6238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Helvetica" pitchFamily="2" charset="0"/>
                <a:cs typeface="Arial" panose="020B0604020202020204" pitchFamily="34" charset="0"/>
              </a:rPr>
              <a:t>Inequality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A28CD3F4-24A7-079F-030C-E1E59C538AC4}"/>
              </a:ext>
            </a:extLst>
          </p:cNvPr>
          <p:cNvCxnSpPr>
            <a:cxnSpLocks/>
          </p:cNvCxnSpPr>
          <p:nvPr/>
        </p:nvCxnSpPr>
        <p:spPr>
          <a:xfrm flipV="1">
            <a:off x="5224764" y="4557600"/>
            <a:ext cx="1173322" cy="2456"/>
          </a:xfrm>
          <a:prstGeom prst="line">
            <a:avLst/>
          </a:prstGeom>
          <a:ln w="25400">
            <a:headEnd type="none" w="med" len="med"/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7" name="TextBox 266">
            <a:extLst>
              <a:ext uri="{FF2B5EF4-FFF2-40B4-BE49-F238E27FC236}">
                <a16:creationId xmlns:a16="http://schemas.microsoft.com/office/drawing/2014/main" id="{A50DAA3B-5B15-84CC-E618-BD0FDC0E0077}"/>
              </a:ext>
            </a:extLst>
          </p:cNvPr>
          <p:cNvSpPr txBox="1"/>
          <p:nvPr/>
        </p:nvSpPr>
        <p:spPr>
          <a:xfrm>
            <a:off x="4404216" y="2932718"/>
            <a:ext cx="19159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latin typeface="Helvetica" pitchFamily="2" charset="0"/>
              </a:rPr>
              <a:t>Aggrandiser</a:t>
            </a:r>
            <a:r>
              <a:rPr lang="en-US" sz="1400" b="1" dirty="0">
                <a:latin typeface="Helvetica" pitchFamily="2" charset="0"/>
              </a:rPr>
              <a:t> models</a:t>
            </a:r>
          </a:p>
        </p:txBody>
      </p:sp>
      <p:sp>
        <p:nvSpPr>
          <p:cNvPr id="270" name="Oval 269">
            <a:extLst>
              <a:ext uri="{FF2B5EF4-FFF2-40B4-BE49-F238E27FC236}">
                <a16:creationId xmlns:a16="http://schemas.microsoft.com/office/drawing/2014/main" id="{B8971DAE-FE5A-EBD9-D68C-B1531662954A}"/>
              </a:ext>
            </a:extLst>
          </p:cNvPr>
          <p:cNvSpPr/>
          <p:nvPr/>
        </p:nvSpPr>
        <p:spPr>
          <a:xfrm>
            <a:off x="4776867" y="5230800"/>
            <a:ext cx="446678" cy="44667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435DEBCF-6666-6F7B-75A2-519FF26D3E43}"/>
              </a:ext>
            </a:extLst>
          </p:cNvPr>
          <p:cNvSpPr txBox="1"/>
          <p:nvPr/>
        </p:nvSpPr>
        <p:spPr>
          <a:xfrm>
            <a:off x="4409948" y="5327329"/>
            <a:ext cx="2279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Helvetica" pitchFamily="2" charset="0"/>
                <a:cs typeface="Arial" panose="020B0604020202020204" pitchFamily="34" charset="0"/>
              </a:rPr>
              <a:t>j</a:t>
            </a: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728A5142-C0F3-8906-794D-030B9CE22484}"/>
              </a:ext>
            </a:extLst>
          </p:cNvPr>
          <p:cNvSpPr txBox="1"/>
          <p:nvPr/>
        </p:nvSpPr>
        <p:spPr>
          <a:xfrm>
            <a:off x="4656344" y="5660425"/>
            <a:ext cx="697038" cy="1944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800" dirty="0">
                <a:latin typeface="Helvetica" pitchFamily="2" charset="0"/>
                <a:cs typeface="Arial" panose="020B0604020202020204" pitchFamily="34" charset="0"/>
              </a:rPr>
              <a:t>Sedentism</a:t>
            </a:r>
          </a:p>
        </p:txBody>
      </p:sp>
      <p:sp>
        <p:nvSpPr>
          <p:cNvPr id="274" name="Oval 273">
            <a:extLst>
              <a:ext uri="{FF2B5EF4-FFF2-40B4-BE49-F238E27FC236}">
                <a16:creationId xmlns:a16="http://schemas.microsoft.com/office/drawing/2014/main" id="{951ACA4A-79E7-F540-C110-EBE6D391B073}"/>
              </a:ext>
            </a:extLst>
          </p:cNvPr>
          <p:cNvSpPr/>
          <p:nvPr/>
        </p:nvSpPr>
        <p:spPr>
          <a:xfrm>
            <a:off x="5588086" y="5229200"/>
            <a:ext cx="446678" cy="44667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5" name="Oval 274">
            <a:extLst>
              <a:ext uri="{FF2B5EF4-FFF2-40B4-BE49-F238E27FC236}">
                <a16:creationId xmlns:a16="http://schemas.microsoft.com/office/drawing/2014/main" id="{51C70959-04BC-997F-A420-CB00A172855D}"/>
              </a:ext>
            </a:extLst>
          </p:cNvPr>
          <p:cNvSpPr/>
          <p:nvPr/>
        </p:nvSpPr>
        <p:spPr>
          <a:xfrm>
            <a:off x="6398086" y="5230800"/>
            <a:ext cx="446678" cy="44667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6" name="Graphic 275">
            <a:extLst>
              <a:ext uri="{FF2B5EF4-FFF2-40B4-BE49-F238E27FC236}">
                <a16:creationId xmlns:a16="http://schemas.microsoft.com/office/drawing/2014/main" id="{AA61359C-AC91-A882-463F-12EA23375B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5250" y="5302156"/>
            <a:ext cx="299779" cy="299779"/>
          </a:xfrm>
          <a:prstGeom prst="rect">
            <a:avLst/>
          </a:prstGeom>
        </p:spPr>
      </p:pic>
      <p:sp>
        <p:nvSpPr>
          <p:cNvPr id="277" name="TextBox 276">
            <a:extLst>
              <a:ext uri="{FF2B5EF4-FFF2-40B4-BE49-F238E27FC236}">
                <a16:creationId xmlns:a16="http://schemas.microsoft.com/office/drawing/2014/main" id="{609ED58F-F67F-AC93-AF01-DDEBE0BDE047}"/>
              </a:ext>
            </a:extLst>
          </p:cNvPr>
          <p:cNvSpPr txBox="1"/>
          <p:nvPr/>
        </p:nvSpPr>
        <p:spPr>
          <a:xfrm>
            <a:off x="6306943" y="5634439"/>
            <a:ext cx="6238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Helvetica" pitchFamily="2" charset="0"/>
                <a:cs typeface="Arial" panose="020B0604020202020204" pitchFamily="34" charset="0"/>
              </a:rPr>
              <a:t>Inequality</a:t>
            </a:r>
          </a:p>
        </p:txBody>
      </p:sp>
      <p:cxnSp>
        <p:nvCxnSpPr>
          <p:cNvPr id="278" name="Straight Connector 277">
            <a:extLst>
              <a:ext uri="{FF2B5EF4-FFF2-40B4-BE49-F238E27FC236}">
                <a16:creationId xmlns:a16="http://schemas.microsoft.com/office/drawing/2014/main" id="{0600302C-5AE8-3200-6960-F650A1513DC9}"/>
              </a:ext>
            </a:extLst>
          </p:cNvPr>
          <p:cNvCxnSpPr>
            <a:cxnSpLocks/>
          </p:cNvCxnSpPr>
          <p:nvPr/>
        </p:nvCxnSpPr>
        <p:spPr>
          <a:xfrm>
            <a:off x="5224764" y="5452400"/>
            <a:ext cx="363322" cy="0"/>
          </a:xfrm>
          <a:prstGeom prst="line">
            <a:avLst/>
          </a:prstGeom>
          <a:ln w="25400">
            <a:headEnd type="none" w="med" len="med"/>
            <a:tailEnd type="stealth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82" name="TextBox 281">
            <a:extLst>
              <a:ext uri="{FF2B5EF4-FFF2-40B4-BE49-F238E27FC236}">
                <a16:creationId xmlns:a16="http://schemas.microsoft.com/office/drawing/2014/main" id="{EC498E8F-FC1B-595E-97E4-6C37BBC95725}"/>
              </a:ext>
            </a:extLst>
          </p:cNvPr>
          <p:cNvSpPr txBox="1"/>
          <p:nvPr/>
        </p:nvSpPr>
        <p:spPr>
          <a:xfrm>
            <a:off x="5477729" y="5656120"/>
            <a:ext cx="673261" cy="292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800" dirty="0">
                <a:latin typeface="Helvetica" pitchFamily="2" charset="0"/>
                <a:cs typeface="Arial" panose="020B0604020202020204" pitchFamily="34" charset="0"/>
              </a:rPr>
              <a:t>Food storage</a:t>
            </a:r>
          </a:p>
        </p:txBody>
      </p:sp>
      <p:sp>
        <p:nvSpPr>
          <p:cNvPr id="284" name="Arc 283">
            <a:extLst>
              <a:ext uri="{FF2B5EF4-FFF2-40B4-BE49-F238E27FC236}">
                <a16:creationId xmlns:a16="http://schemas.microsoft.com/office/drawing/2014/main" id="{B0769C49-FB2E-4DF6-A5F3-36AE19BD4B81}"/>
              </a:ext>
            </a:extLst>
          </p:cNvPr>
          <p:cNvSpPr/>
          <p:nvPr/>
        </p:nvSpPr>
        <p:spPr>
          <a:xfrm rot="1800000" flipH="1">
            <a:off x="4334492" y="5150296"/>
            <a:ext cx="2985064" cy="2985064"/>
          </a:xfrm>
          <a:prstGeom prst="arc">
            <a:avLst>
              <a:gd name="adj1" fmla="val 16490877"/>
              <a:gd name="adj2" fmla="val 19569654"/>
            </a:avLst>
          </a:prstGeom>
          <a:ln w="25400">
            <a:headEnd type="stealth" w="lg" len="lg"/>
            <a:tailEnd type="non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7" name="Graphic 286">
            <a:extLst>
              <a:ext uri="{FF2B5EF4-FFF2-40B4-BE49-F238E27FC236}">
                <a16:creationId xmlns:a16="http://schemas.microsoft.com/office/drawing/2014/main" id="{11AC6266-F828-6388-FD96-7F89441DD1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805915" y="3464324"/>
            <a:ext cx="397023" cy="397023"/>
          </a:xfrm>
          <a:prstGeom prst="rect">
            <a:avLst/>
          </a:prstGeom>
        </p:spPr>
      </p:pic>
      <p:pic>
        <p:nvPicPr>
          <p:cNvPr id="291" name="Graphic 290">
            <a:extLst>
              <a:ext uri="{FF2B5EF4-FFF2-40B4-BE49-F238E27FC236}">
                <a16:creationId xmlns:a16="http://schemas.microsoft.com/office/drawing/2014/main" id="{FC844D11-2193-E20B-3525-FE555F0288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847264" y="4397241"/>
            <a:ext cx="313144" cy="313144"/>
          </a:xfrm>
          <a:prstGeom prst="rect">
            <a:avLst/>
          </a:prstGeom>
        </p:spPr>
      </p:pic>
      <p:pic>
        <p:nvPicPr>
          <p:cNvPr id="293" name="Graphic 292">
            <a:extLst>
              <a:ext uri="{FF2B5EF4-FFF2-40B4-BE49-F238E27FC236}">
                <a16:creationId xmlns:a16="http://schemas.microsoft.com/office/drawing/2014/main" id="{165E45CA-E1D6-73EB-FE7E-0BACCB8516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826213" y="5286495"/>
            <a:ext cx="361580" cy="361580"/>
          </a:xfrm>
          <a:prstGeom prst="rect">
            <a:avLst/>
          </a:prstGeom>
        </p:spPr>
      </p:pic>
      <p:pic>
        <p:nvPicPr>
          <p:cNvPr id="295" name="Graphic 294">
            <a:extLst>
              <a:ext uri="{FF2B5EF4-FFF2-40B4-BE49-F238E27FC236}">
                <a16:creationId xmlns:a16="http://schemas.microsoft.com/office/drawing/2014/main" id="{BE4DC031-E7F6-1160-B8BF-933F7DC610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633038" y="5275590"/>
            <a:ext cx="361282" cy="361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7176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462</TotalTime>
  <Words>62</Words>
  <Application>Microsoft Macintosh PowerPoint</Application>
  <PresentationFormat>Custom</PresentationFormat>
  <Paragraphs>44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Scott Claessens</dc:creator>
  <cp:lastModifiedBy>Scott Claessens</cp:lastModifiedBy>
  <cp:revision>11</cp:revision>
  <cp:lastPrinted>2026-07-09T08:20:27Z</cp:lastPrinted>
  <dcterms:created xsi:type="dcterms:W3CDTF">2026-02-26T09:10:34Z</dcterms:created>
  <dcterms:modified xsi:type="dcterms:W3CDTF">2026-09-22T13:59:44Z</dcterms:modified>
</cp:coreProperties>
</file>